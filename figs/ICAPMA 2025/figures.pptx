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00"/>
    <a:srgbClr val="12512A"/>
    <a:srgbClr val="86313B"/>
    <a:srgbClr val="65000B"/>
    <a:srgbClr val="1515FF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88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71AE-8120-C8D7-EDB0-CEA66DDBB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4C64B-E754-591E-B5E0-1D7B6460C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E448-5627-44B8-99E8-28926572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C3B8-46AC-ED53-655A-106E1564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F9916-CB21-4892-3AAD-20E4B4EE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3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B533-86E2-5411-120E-799A211C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6E6D-56D1-2ABD-487E-039343BA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7BAE-0868-440D-C75D-608CA064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7E741-D5B8-B3AA-7B25-CB06153F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9930-5010-AD87-28D3-3DC82EB0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40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323C-C118-AB64-F516-33681A9A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AF549-3DE3-666B-38E0-7446119D8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5394-1C8A-756A-F922-2708DE6C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F5BA-192D-2B3D-D101-D3132812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FEA6E-7BA4-841C-0835-7709B1A2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46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7FC5-5336-5CB8-D5BB-AC841481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30EBC-E9FF-46E6-477A-46D27EDE7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89A98-9F7F-67EB-979A-D227B2E1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A994B-818D-BF08-8529-1AEB9753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A4E09-C294-BC7D-2845-24CDE4E7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AAEE-4EF0-EAA7-3E9F-146B744A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9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4025-F999-03A6-40C9-29C01756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C2E59-B4D4-7BED-E95B-01B427C6E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81259-F8B8-1DFB-956D-338B47E84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DF9F5-9E56-D967-1313-5D8564769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D2D96-E9B9-F774-A6D7-E39D31E12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7F641-56C9-D177-0F31-6C419609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69730-D40F-650B-4445-B1DFBD52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EFD6B-35EF-7CD9-BCDD-3C498C2B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44AB-82EB-2AB9-1930-ACD29C42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5CF98-015A-8DDC-77E7-A91BCD0A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119D6-1782-5496-C45F-E8C0CEA7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C8332-3487-7193-5FB7-3E65764B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3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6DFDB-05E9-F90F-B392-92676B77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79D57-A0D4-9A12-7229-6D88FB93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8DACD-911F-DB1E-2716-BC46964C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19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F48A-0943-D399-49DC-7D5B5358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C6CC-3C4A-7E19-F104-5F7FB3E9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0B944-C1E6-32C9-5952-ED08EBA5A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2EE83-D3ED-1422-A428-CFA22792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8AB5D-7F22-6FA9-5832-E0DE89F2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C08D0-B3D4-AC28-1763-9B14A945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6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F590-9AB9-A343-B330-86C22056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724A6-3A95-9F30-C9C6-60CE5CBA1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26684-D503-A558-352A-DC6362A67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85477-D821-9F81-4FE3-1D90FC4B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90604-4DE5-0190-B7FF-C1761422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5D9F-CE69-7722-8742-7931D67E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753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8FEF-4280-EA73-E0AA-FC965E39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C6A4-C06A-3131-05C4-C837CEC6A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D80A0-2049-AC2B-77CF-6EAA2419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7528-62B6-22AB-05E3-578FACF4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FE120-F681-861E-F4EB-4D1C34BF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76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39446F-538F-B278-9974-B39FD1D21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BB492-9492-7BAE-3FAF-F93FBBFF6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A59F1-0C15-4AAC-870A-43DCC8E1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7FBA-4C5C-E446-A813-75A5F600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CD0B5-54A6-8F07-F20B-6D96E37A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78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FDF95-7303-BE9E-724E-35A42C14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B0398-856C-D42A-DD70-CA4CC033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F6C5-822A-929F-7CDA-1744F8CA4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190FC-D844-4E0A-A0A2-219D558319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E71AC-A9A5-B3E7-F1F0-E6D3E173F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2AAB-EF6C-715C-A03F-2F388A52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21035-3FF4-4FD6-AC9F-AA58A0AFA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5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94287-A650-F804-D780-B6D8B629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481" y="2185811"/>
            <a:ext cx="3830518" cy="4309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41F80C-8BBB-47EE-3621-AFEDFC828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85811"/>
            <a:ext cx="3830518" cy="4309332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24E84B17-C226-ED71-FBA9-88BFCAE0C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619" y="2297262"/>
            <a:ext cx="413385" cy="2616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C0420F42-88D3-F7AD-1429-7B3AF848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787" y="2296482"/>
            <a:ext cx="413385" cy="260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47726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A97C23-393C-ED27-FE0F-ECAF5A02B3A7}"/>
              </a:ext>
            </a:extLst>
          </p:cNvPr>
          <p:cNvGrpSpPr>
            <a:grpSpLocks noChangeAspect="1"/>
          </p:cNvGrpSpPr>
          <p:nvPr/>
        </p:nvGrpSpPr>
        <p:grpSpPr>
          <a:xfrm>
            <a:off x="2549842" y="2151063"/>
            <a:ext cx="7092315" cy="2468187"/>
            <a:chOff x="0" y="0"/>
            <a:chExt cx="5276215" cy="18923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1974AE-5221-AF23-B014-D6A57EE34ED6}"/>
                </a:ext>
              </a:extLst>
            </p:cNvPr>
            <p:cNvGrpSpPr/>
            <p:nvPr/>
          </p:nvGrpSpPr>
          <p:grpSpPr>
            <a:xfrm>
              <a:off x="0" y="0"/>
              <a:ext cx="5276215" cy="1892300"/>
              <a:chOff x="0" y="0"/>
              <a:chExt cx="5335797" cy="1913890"/>
            </a:xfrm>
          </p:grpSpPr>
          <p:pic>
            <p:nvPicPr>
              <p:cNvPr id="11" name="Picture 10" descr="A graph with a blue line&#10;&#10;Description automatically generated">
                <a:extLst>
                  <a:ext uri="{FF2B5EF4-FFF2-40B4-BE49-F238E27FC236}">
                    <a16:creationId xmlns:a16="http://schemas.microsoft.com/office/drawing/2014/main" id="{36FFE555-41B6-DF2D-46C4-686DCA25C7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4500"/>
              <a:stretch/>
            </p:blipFill>
            <p:spPr bwMode="auto">
              <a:xfrm>
                <a:off x="0" y="8626"/>
                <a:ext cx="2609850" cy="189801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12" name="Picture 11" descr="A graph with a curved line&#10;&#10;Description automatically generated">
                <a:extLst>
                  <a:ext uri="{FF2B5EF4-FFF2-40B4-BE49-F238E27FC236}">
                    <a16:creationId xmlns:a16="http://schemas.microsoft.com/office/drawing/2014/main" id="{49788106-C9A1-1EDE-E443-0C438C42BF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24" r="5325"/>
              <a:stretch/>
            </p:blipFill>
            <p:spPr bwMode="auto">
              <a:xfrm>
                <a:off x="2725947" y="0"/>
                <a:ext cx="2609850" cy="1913890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F7888A4-5193-05FE-6035-C86F786A1E88}"/>
                </a:ext>
              </a:extLst>
            </p:cNvPr>
            <p:cNvCxnSpPr/>
            <p:nvPr/>
          </p:nvCxnSpPr>
          <p:spPr>
            <a:xfrm>
              <a:off x="2250057" y="640151"/>
              <a:ext cx="0" cy="62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FDB12C-F998-C65E-2B99-A8CB85191B46}"/>
                </a:ext>
              </a:extLst>
            </p:cNvPr>
            <p:cNvCxnSpPr/>
            <p:nvPr/>
          </p:nvCxnSpPr>
          <p:spPr>
            <a:xfrm>
              <a:off x="4967377" y="640151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C77A9CB-BECD-5A96-C102-99D2F2D46DF5}"/>
                </a:ext>
              </a:extLst>
            </p:cNvPr>
            <p:cNvCxnSpPr/>
            <p:nvPr/>
          </p:nvCxnSpPr>
          <p:spPr>
            <a:xfrm flipV="1">
              <a:off x="3224842" y="676454"/>
              <a:ext cx="0" cy="6292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AEB96D17-0AC3-16C2-363E-8AB38E9C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540" y="2306787"/>
            <a:ext cx="413385" cy="2616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FCBBE230-C788-549E-373E-7511200C9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354" y="2288318"/>
            <a:ext cx="413385" cy="260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81A7B36C-D5AD-2A5A-2293-0E579DD1D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794" y="2781048"/>
            <a:ext cx="897890" cy="26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1100" baseline="-250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r</a:t>
            </a:r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=n</a:t>
            </a:r>
            <a:r>
              <a:rPr lang="en-GB" sz="1100" baseline="-250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a</a:t>
            </a:r>
            <a:r>
              <a:rPr lang="en-GB" sz="1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=1.0</a:t>
            </a: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333B60FF-DBC5-34C3-F44B-354F029BE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613" y="3021329"/>
            <a:ext cx="651510" cy="26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n</a:t>
            </a:r>
            <a:r>
              <a:rPr lang="en-GB" sz="1100" baseline="-250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s</a:t>
            </a:r>
            <a:r>
              <a:rPr lang="en-GB" sz="1100" dirty="0">
                <a:solidFill>
                  <a:srgbClr val="1515FF"/>
                </a:solidFill>
                <a:effectLst/>
                <a:latin typeface="Arial" panose="020B0604020202020204" pitchFamily="34" charset="0"/>
                <a:ea typeface="TH Sarabun PSK"/>
                <a:cs typeface="TH Sarabun PSK"/>
              </a:rPr>
              <a:t>=1.5</a:t>
            </a:r>
          </a:p>
        </p:txBody>
      </p:sp>
    </p:spTree>
    <p:extLst>
      <p:ext uri="{BB962C8B-B14F-4D97-AF65-F5344CB8AC3E}">
        <p14:creationId xmlns:p14="http://schemas.microsoft.com/office/powerpoint/2010/main" val="340409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972D6D58-2774-2DF0-7C4C-E4BCF61414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0" r="7099"/>
          <a:stretch/>
        </p:blipFill>
        <p:spPr bwMode="auto">
          <a:xfrm>
            <a:off x="3853976" y="1550077"/>
            <a:ext cx="4099529" cy="262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3511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8ACBB4-61B2-962A-7526-43176ABF5743}"/>
              </a:ext>
            </a:extLst>
          </p:cNvPr>
          <p:cNvGrpSpPr/>
          <p:nvPr/>
        </p:nvGrpSpPr>
        <p:grpSpPr>
          <a:xfrm>
            <a:off x="2869070" y="1218734"/>
            <a:ext cx="7223905" cy="2700391"/>
            <a:chOff x="4507370" y="411014"/>
            <a:chExt cx="7223905" cy="270039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B89C2E-D261-4FBD-7B0E-36D1FF73E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6013"/>
            <a:stretch/>
          </p:blipFill>
          <p:spPr bwMode="auto">
            <a:xfrm>
              <a:off x="4507370" y="411014"/>
              <a:ext cx="3602933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2" name="Picture 21" descr="A graph with red and green arrows&#10;&#10;Description automatically generated">
              <a:extLst>
                <a:ext uri="{FF2B5EF4-FFF2-40B4-BE49-F238E27FC236}">
                  <a16:creationId xmlns:a16="http://schemas.microsoft.com/office/drawing/2014/main" id="{88EA67B4-BCCD-14A3-9822-8E96E32AD5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53" r="5552"/>
            <a:stretch/>
          </p:blipFill>
          <p:spPr bwMode="auto">
            <a:xfrm>
              <a:off x="8110303" y="411014"/>
              <a:ext cx="3620972" cy="27003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648CED21-64BB-F935-25F9-728CB216A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193" y="1364565"/>
              <a:ext cx="1267532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/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</a:t>
              </a:r>
              <a:r>
                <a:rPr lang="ar-SA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1.18</a:t>
              </a:r>
              <a:r>
                <a:rPr lang="en-GB" sz="1100" dirty="0">
                  <a:solidFill>
                    <a:srgbClr val="12512A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GB" sz="1100" dirty="0">
                  <a:solidFill>
                    <a:srgbClr val="12512A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QWOT</a:t>
              </a: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98398C8C-7CF4-7DF6-C758-242A61F2A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7425" y="2077724"/>
              <a:ext cx="1277043" cy="312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/>
              <a:r>
                <a:rPr lang="en-GB" sz="1100" dirty="0">
                  <a:solidFill>
                    <a:srgbClr val="86313B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θ = 1.47 QWOT</a:t>
              </a:r>
            </a:p>
          </p:txBody>
        </p:sp>
      </p:grpSp>
      <p:sp>
        <p:nvSpPr>
          <p:cNvPr id="5" name="Text Box 2">
            <a:extLst>
              <a:ext uri="{FF2B5EF4-FFF2-40B4-BE49-F238E27FC236}">
                <a16:creationId xmlns:a16="http://schemas.microsoft.com/office/drawing/2014/main" id="{AF027207-819D-A914-A6E7-739BC7C6F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536" y="1463583"/>
            <a:ext cx="1277043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solidFill>
                  <a:srgbClr val="86313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 </a:t>
            </a:r>
            <a:r>
              <a:rPr lang="en-GB" sz="1100" dirty="0">
                <a:solidFill>
                  <a:srgbClr val="86313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0.53</a:t>
            </a:r>
            <a:r>
              <a:rPr lang="en-GB" sz="1100" dirty="0">
                <a:solidFill>
                  <a:srgbClr val="86313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QWOT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C4F75EB-F234-5CBF-0BBC-A13E8865A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113" y="2172285"/>
            <a:ext cx="1267532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θ =</a:t>
            </a:r>
            <a:r>
              <a:rPr lang="ar-SA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100" dirty="0">
                <a:solidFill>
                  <a:srgbClr val="12512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0.82 </a:t>
            </a:r>
            <a:r>
              <a:rPr lang="en-GB" sz="1100" dirty="0">
                <a:solidFill>
                  <a:srgbClr val="12512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QWOT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3801EE3-1CAB-EA23-DEE4-9A030177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418" y="1313726"/>
            <a:ext cx="4133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AA382DE-E6E6-82B8-E565-399AF630E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861" y="1308972"/>
            <a:ext cx="41338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61931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2ADBCA-D6A6-9910-70D4-17FFA99EF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" r="1532"/>
          <a:stretch/>
        </p:blipFill>
        <p:spPr bwMode="auto">
          <a:xfrm>
            <a:off x="2829877" y="2601276"/>
            <a:ext cx="3490219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0EBC14-0BB4-6E8C-6D00-93F217795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r="2117"/>
          <a:stretch/>
        </p:blipFill>
        <p:spPr bwMode="auto">
          <a:xfrm>
            <a:off x="6166166" y="2601276"/>
            <a:ext cx="3447756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0D0B4EA-A818-9516-959C-15117063D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632" y="2883446"/>
            <a:ext cx="4133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B09B790E-0D83-AF87-B9EA-AC895D36F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921" y="2884706"/>
            <a:ext cx="41338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GB" sz="1100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4956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53DF7E74-E12F-4C21-2D04-5494F0B1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9" r="5325"/>
          <a:stretch/>
        </p:blipFill>
        <p:spPr bwMode="auto">
          <a:xfrm>
            <a:off x="4916805" y="1495741"/>
            <a:ext cx="3587685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9521E1-27DC-81BE-6008-49DB65147BC5}"/>
              </a:ext>
            </a:extLst>
          </p:cNvPr>
          <p:cNvSpPr/>
          <p:nvPr/>
        </p:nvSpPr>
        <p:spPr>
          <a:xfrm>
            <a:off x="5951220" y="1495741"/>
            <a:ext cx="1790700" cy="180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67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4DCFF097-E25A-9434-D9E5-91C00A53FF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4" r="7982"/>
          <a:stretch/>
        </p:blipFill>
        <p:spPr bwMode="auto">
          <a:xfrm>
            <a:off x="4953000" y="2547301"/>
            <a:ext cx="3500180" cy="27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F5C5EC3-0CCF-B58D-5422-1BFC3BD2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700" y="4328110"/>
            <a:ext cx="1492957" cy="312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/>
            <a:r>
              <a:rPr lang="en-GB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Compensator layer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AA919B-DDC1-FED6-A8BC-37A2DDE69700}"/>
              </a:ext>
            </a:extLst>
          </p:cNvPr>
          <p:cNvCxnSpPr>
            <a:cxnSpLocks/>
          </p:cNvCxnSpPr>
          <p:nvPr/>
        </p:nvCxnSpPr>
        <p:spPr>
          <a:xfrm flipH="1" flipV="1">
            <a:off x="5727700" y="4384675"/>
            <a:ext cx="114300" cy="69850"/>
          </a:xfrm>
          <a:prstGeom prst="straightConnector1">
            <a:avLst/>
          </a:prstGeom>
          <a:ln>
            <a:solidFill>
              <a:srgbClr val="BBBB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89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354664-4D6D-CF56-363E-216E97D13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826" y="643467"/>
            <a:ext cx="4952059" cy="5571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1238A-1BAD-3EAF-5FEA-2315E5C7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9885" y="643467"/>
            <a:ext cx="4952059" cy="5571066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6AB05161-78B6-0F36-FDCF-34AD20B56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629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2D66ADB-11E7-4E11-124E-0E64D40C5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688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69832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CC76B-1FCF-4E55-8AB9-C5CB0D3E9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52" y="643467"/>
            <a:ext cx="4958248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FB05B-2C12-341A-6065-2B8054A0D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9094" y="643467"/>
            <a:ext cx="4952059" cy="5571066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648562E1-ABE5-C0E2-815D-B98765E08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0897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(a)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B734F301-707A-C5FD-6707-3C118FE40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2897" y="1320375"/>
            <a:ext cx="505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ea typeface="TH Sarabun PSK"/>
                <a:cs typeface="TH Sarabun PSK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4061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F18D20-C83F-4801-5C29-02FDF1BDF7C1}"/>
              </a:ext>
            </a:extLst>
          </p:cNvPr>
          <p:cNvGrpSpPr/>
          <p:nvPr/>
        </p:nvGrpSpPr>
        <p:grpSpPr>
          <a:xfrm>
            <a:off x="3353753" y="1851660"/>
            <a:ext cx="5484494" cy="1691640"/>
            <a:chOff x="0" y="7952"/>
            <a:chExt cx="5762979" cy="179242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C559DF-8EB1-3519-7A99-DFC9F64AF8BF}"/>
                </a:ext>
              </a:extLst>
            </p:cNvPr>
            <p:cNvGrpSpPr/>
            <p:nvPr/>
          </p:nvGrpSpPr>
          <p:grpSpPr>
            <a:xfrm>
              <a:off x="0" y="7952"/>
              <a:ext cx="5762979" cy="1792427"/>
              <a:chOff x="0" y="7952"/>
              <a:chExt cx="5762979" cy="179242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149770E-4A82-8C47-6743-5D9F07B64CAA}"/>
                  </a:ext>
                </a:extLst>
              </p:cNvPr>
              <p:cNvGrpSpPr/>
              <p:nvPr/>
            </p:nvGrpSpPr>
            <p:grpSpPr>
              <a:xfrm>
                <a:off x="0" y="7952"/>
                <a:ext cx="5762979" cy="1792427"/>
                <a:chOff x="0" y="7952"/>
                <a:chExt cx="5762979" cy="179242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FF272D9A-AA6C-AC95-2A8A-ABDAEB7D7802}"/>
                    </a:ext>
                  </a:extLst>
                </p:cNvPr>
                <p:cNvGrpSpPr/>
                <p:nvPr/>
              </p:nvGrpSpPr>
              <p:grpSpPr>
                <a:xfrm>
                  <a:off x="0" y="7952"/>
                  <a:ext cx="5762979" cy="1792427"/>
                  <a:chOff x="0" y="211782"/>
                  <a:chExt cx="6797630" cy="2309254"/>
                </a:xfrm>
              </p:grpSpPr>
              <p:pic>
                <p:nvPicPr>
                  <p:cNvPr id="13" name="Picture 12" descr="A graph of a function&#10;&#10;Description automatically generated">
                    <a:extLst>
                      <a:ext uri="{FF2B5EF4-FFF2-40B4-BE49-F238E27FC236}">
                        <a16:creationId xmlns:a16="http://schemas.microsoft.com/office/drawing/2014/main" id="{AC58C6B8-E75D-379D-F763-0DF313246E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0" r="3"/>
                  <a:stretch/>
                </p:blipFill>
                <p:spPr>
                  <a:xfrm>
                    <a:off x="0" y="211782"/>
                    <a:ext cx="3359668" cy="2307029"/>
                  </a:xfrm>
                  <a:prstGeom prst="rect">
                    <a:avLst/>
                  </a:prstGeom>
                </p:spPr>
              </p:pic>
              <p:pic>
                <p:nvPicPr>
                  <p:cNvPr id="14" name="Picture 13" descr="A green line on a white background&#10;&#10;Description automatically generated">
                    <a:extLst>
                      <a:ext uri="{FF2B5EF4-FFF2-40B4-BE49-F238E27FC236}">
                        <a16:creationId xmlns:a16="http://schemas.microsoft.com/office/drawing/2014/main" id="{30B66BF1-D097-DECC-F1FF-71190AA46E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8442"/>
                  <a:stretch/>
                </p:blipFill>
                <p:spPr bwMode="auto">
                  <a:xfrm>
                    <a:off x="3434317" y="211782"/>
                    <a:ext cx="3363313" cy="2309254"/>
                  </a:xfrm>
                  <a:prstGeom prst="rect">
                    <a:avLst/>
                  </a:prstGeom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</p:grpSp>
            <p:sp>
              <p:nvSpPr>
                <p:cNvPr id="9" name="Text Box 2">
                  <a:extLst>
                    <a:ext uri="{FF2B5EF4-FFF2-40B4-BE49-F238E27FC236}">
                      <a16:creationId xmlns:a16="http://schemas.microsoft.com/office/drawing/2014/main" id="{D0ADAEE1-2210-6DFD-455B-ADF0FBC147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2610" y="115290"/>
                  <a:ext cx="523898" cy="4203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 </a:t>
                  </a:r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1.5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0" name="Text Box 2">
                  <a:extLst>
                    <a:ext uri="{FF2B5EF4-FFF2-40B4-BE49-F238E27FC236}">
                      <a16:creationId xmlns:a16="http://schemas.microsoft.com/office/drawing/2014/main" id="{D06898F4-2B1D-9A43-7583-83A28CC041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13046" y="55397"/>
                  <a:ext cx="530876" cy="3870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0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1.5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1" name="Text Box 2">
                  <a:extLst>
                    <a:ext uri="{FF2B5EF4-FFF2-40B4-BE49-F238E27FC236}">
                      <a16:creationId xmlns:a16="http://schemas.microsoft.com/office/drawing/2014/main" id="{FF5C3CEE-482A-BD80-CF39-20EADA25DE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3088" y="89978"/>
                  <a:ext cx="679943" cy="3478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</a:t>
                  </a:r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ar-SA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</a:t>
                  </a:r>
                  <a:r>
                    <a:rPr lang="en-GB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2</a:t>
                  </a: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0.96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2" name="Text Box 2">
                  <a:extLst>
                    <a:ext uri="{FF2B5EF4-FFF2-40B4-BE49-F238E27FC236}">
                      <a16:creationId xmlns:a16="http://schemas.microsoft.com/office/drawing/2014/main" id="{1A845EEA-765B-D6AD-5F42-F7DCA40697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5048" y="72551"/>
                  <a:ext cx="639862" cy="4203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θ 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= </a:t>
                  </a:r>
                  <a:r>
                    <a:rPr lang="en-US" sz="8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π</a:t>
                  </a:r>
                  <a:r>
                    <a:rPr lang="en-GB" sz="8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/2</a:t>
                  </a:r>
                </a:p>
                <a:p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  <a:r>
                    <a:rPr lang="en-US" sz="800" baseline="-250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r>
                    <a:rPr lang="en-US" sz="8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 = 1.00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r>
                    <a:rPr lang="en-US" sz="800" b="1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GB" sz="1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EA5E015F-6F0F-4D6F-77EF-1C4357684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71" y="1323877"/>
                <a:ext cx="3962539" cy="3553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US" sz="1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			 (b)</a:t>
                </a:r>
                <a:endParaRPr lang="en-GB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B621B26-390A-DCCF-B11F-F19A8B4C4440}"/>
                </a:ext>
              </a:extLst>
            </p:cNvPr>
            <p:cNvCxnSpPr/>
            <p:nvPr/>
          </p:nvCxnSpPr>
          <p:spPr>
            <a:xfrm flipV="1">
              <a:off x="563088" y="121227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B6CA4C0-7DC6-0D13-B039-B3D486CD468B}"/>
                </a:ext>
              </a:extLst>
            </p:cNvPr>
            <p:cNvCxnSpPr/>
            <p:nvPr/>
          </p:nvCxnSpPr>
          <p:spPr>
            <a:xfrm flipV="1">
              <a:off x="3615047" y="115290"/>
              <a:ext cx="0" cy="69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005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105</Words>
  <Application>Microsoft Office PowerPoint</Application>
  <PresentationFormat>Widescreen</PresentationFormat>
  <Paragraphs>33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Chettant Padungatthakij</dc:creator>
  <cp:lastModifiedBy>Chettanat Padungatthakij</cp:lastModifiedBy>
  <cp:revision>6</cp:revision>
  <dcterms:created xsi:type="dcterms:W3CDTF">2026-01-12T00:22:11Z</dcterms:created>
  <dcterms:modified xsi:type="dcterms:W3CDTF">2026-03-04T03:26:33Z</dcterms:modified>
</cp:coreProperties>
</file>
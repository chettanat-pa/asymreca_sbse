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handoutMasterIdLst>
    <p:handoutMasterId r:id="rId28"/>
  </p:handoutMasterIdLst>
  <p:sldIdLst>
    <p:sldId id="298" r:id="rId2"/>
    <p:sldId id="299" r:id="rId3"/>
    <p:sldId id="287" r:id="rId4"/>
    <p:sldId id="300" r:id="rId5"/>
    <p:sldId id="289" r:id="rId6"/>
    <p:sldId id="303" r:id="rId7"/>
    <p:sldId id="290" r:id="rId8"/>
    <p:sldId id="293" r:id="rId9"/>
    <p:sldId id="301" r:id="rId10"/>
    <p:sldId id="294" r:id="rId11"/>
    <p:sldId id="284" r:id="rId12"/>
    <p:sldId id="295" r:id="rId13"/>
    <p:sldId id="296" r:id="rId14"/>
    <p:sldId id="302" r:id="rId15"/>
    <p:sldId id="297" r:id="rId16"/>
    <p:sldId id="273" r:id="rId17"/>
    <p:sldId id="256" r:id="rId18"/>
    <p:sldId id="257" r:id="rId19"/>
    <p:sldId id="258" r:id="rId20"/>
    <p:sldId id="260" r:id="rId21"/>
    <p:sldId id="261" r:id="rId22"/>
    <p:sldId id="262" r:id="rId23"/>
    <p:sldId id="264" r:id="rId24"/>
    <p:sldId id="265" r:id="rId25"/>
    <p:sldId id="259" r:id="rId26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72E"/>
    <a:srgbClr val="96DCF8"/>
    <a:srgbClr val="0F9ED5"/>
    <a:srgbClr val="D9F2D0"/>
    <a:srgbClr val="FF6600"/>
    <a:srgbClr val="CC9900"/>
    <a:srgbClr val="FFFF99"/>
    <a:srgbClr val="0000F1"/>
    <a:srgbClr val="F40909"/>
    <a:srgbClr val="F42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 autoAdjust="0"/>
    <p:restoredTop sz="94044" autoAdjust="0"/>
  </p:normalViewPr>
  <p:slideViewPr>
    <p:cSldViewPr snapToGrid="0">
      <p:cViewPr varScale="1">
        <p:scale>
          <a:sx n="116" d="100"/>
          <a:sy n="116" d="100"/>
        </p:scale>
        <p:origin x="462" y="102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63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A9345C-020D-ABD5-27C2-44264CAF8B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4975B-624B-BFE2-BEE9-76A217D45D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B2F41-9719-4AEE-BEDF-5036ADBCF7E1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FAA64-9A0D-C70F-B287-FC42EC55AB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FC8A-0031-6229-3DBE-4B54C788E0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36D3-6882-4411-8C69-A7F4647929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5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1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21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32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64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55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46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37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286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221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4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4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2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36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44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654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05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2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8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839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png"/><Relationship Id="rId9" Type="http://schemas.openxmlformats.org/officeDocument/2006/relationships/image" Target="../media/image20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g"/><Relationship Id="rId3" Type="http://schemas.openxmlformats.org/officeDocument/2006/relationships/image" Target="../media/image15.jpg"/><Relationship Id="rId7" Type="http://schemas.openxmlformats.org/officeDocument/2006/relationships/image" Target="../media/image21.jp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5" Type="http://schemas.openxmlformats.org/officeDocument/2006/relationships/image" Target="../media/image18.png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2E25F28-08A0-0533-3FF0-1425898B28F1}"/>
              </a:ext>
            </a:extLst>
          </p:cNvPr>
          <p:cNvGrpSpPr/>
          <p:nvPr/>
        </p:nvGrpSpPr>
        <p:grpSpPr>
          <a:xfrm>
            <a:off x="4352243" y="72088"/>
            <a:ext cx="3168000" cy="6120000"/>
            <a:chOff x="4352244" y="72088"/>
            <a:chExt cx="2865427" cy="63359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C3289A8-A92F-A46F-57BC-26B37AAD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>
              <a:fillRect/>
            </a:stretch>
          </p:blipFill>
          <p:spPr bwMode="auto">
            <a:xfrm>
              <a:off x="4352244" y="72088"/>
              <a:ext cx="2816000" cy="316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DC6853A-E572-BCDE-3BD4-61FF04378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>
              <a:fillRect/>
            </a:stretch>
          </p:blipFill>
          <p:spPr bwMode="auto">
            <a:xfrm>
              <a:off x="4401671" y="3240087"/>
              <a:ext cx="2816000" cy="31680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7E0A820-A6E1-904B-6DA6-668B487FED7B}"/>
                </a:ext>
              </a:extLst>
            </p:cNvPr>
            <p:cNvSpPr txBox="1"/>
            <p:nvPr/>
          </p:nvSpPr>
          <p:spPr bwMode="auto">
            <a:xfrm>
              <a:off x="5926004" y="177794"/>
              <a:ext cx="1157311" cy="2549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Amorphous Sb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GB" sz="10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6D5DC3-C4D8-A800-CFE9-B0E050E70319}"/>
                </a:ext>
              </a:extLst>
            </p:cNvPr>
            <p:cNvSpPr txBox="1"/>
            <p:nvPr/>
          </p:nvSpPr>
          <p:spPr bwMode="auto">
            <a:xfrm>
              <a:off x="5987397" y="3346257"/>
              <a:ext cx="1108014" cy="2549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Crystalline Sb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GB" sz="10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F098F3-51A9-DC5C-A8C1-A13943BF9DD0}"/>
                </a:ext>
              </a:extLst>
            </p:cNvPr>
            <p:cNvSpPr txBox="1"/>
            <p:nvPr/>
          </p:nvSpPr>
          <p:spPr bwMode="auto">
            <a:xfrm>
              <a:off x="4585145" y="901257"/>
              <a:ext cx="918077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Refractive index </a:t>
              </a:r>
              <a:r>
                <a:rPr lang="en-US" sz="800" b="1" i="1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GB" sz="800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918525-0CF3-C175-25DA-D144B70361DE}"/>
                </a:ext>
              </a:extLst>
            </p:cNvPr>
            <p:cNvSpPr txBox="1"/>
            <p:nvPr/>
          </p:nvSpPr>
          <p:spPr bwMode="auto">
            <a:xfrm>
              <a:off x="4691979" y="3568435"/>
              <a:ext cx="2315792" cy="223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Refractive index </a:t>
              </a:r>
              <a:r>
                <a:rPr lang="en-US" sz="800" b="1" i="1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GB" sz="800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04B99A-A866-4098-B7D1-0EB0C58A0120}"/>
                </a:ext>
              </a:extLst>
            </p:cNvPr>
            <p:cNvSpPr txBox="1"/>
            <p:nvPr/>
          </p:nvSpPr>
          <p:spPr bwMode="auto">
            <a:xfrm>
              <a:off x="4985855" y="2468862"/>
              <a:ext cx="1096416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Extinction coefficient </a:t>
              </a:r>
              <a:r>
                <a:rPr lang="en-US" sz="800" b="1" i="1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GB" sz="800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813FEC-3D1D-6F3D-0607-B2237B19EF68}"/>
                </a:ext>
              </a:extLst>
            </p:cNvPr>
            <p:cNvSpPr txBox="1"/>
            <p:nvPr/>
          </p:nvSpPr>
          <p:spPr bwMode="auto">
            <a:xfrm>
              <a:off x="5062443" y="5376600"/>
              <a:ext cx="1096416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Extinction coefficient </a:t>
              </a:r>
              <a:r>
                <a:rPr lang="en-US" sz="800" b="1" i="1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GB" sz="800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034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B041E1-689E-6056-3FF9-7C50E6E18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244" y="650789"/>
            <a:ext cx="6336000" cy="363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62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D25A2BEB-7625-C768-6859-08DE519A9F89}"/>
              </a:ext>
            </a:extLst>
          </p:cNvPr>
          <p:cNvGrpSpPr/>
          <p:nvPr/>
        </p:nvGrpSpPr>
        <p:grpSpPr>
          <a:xfrm>
            <a:off x="2613834" y="-36637"/>
            <a:ext cx="6336000" cy="6466984"/>
            <a:chOff x="2613834" y="-36637"/>
            <a:chExt cx="6336000" cy="6466984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6EF05C3-F4E7-F631-801F-38FF677A1D60}"/>
                </a:ext>
              </a:extLst>
            </p:cNvPr>
            <p:cNvGrpSpPr/>
            <p:nvPr/>
          </p:nvGrpSpPr>
          <p:grpSpPr>
            <a:xfrm>
              <a:off x="2881313" y="4036861"/>
              <a:ext cx="5762624" cy="2393486"/>
              <a:chOff x="2881313" y="3800634"/>
              <a:chExt cx="5762624" cy="2393486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985A40DF-C5C0-473D-7533-7D70FF893EF1}"/>
                  </a:ext>
                </a:extLst>
              </p:cNvPr>
              <p:cNvGrpSpPr/>
              <p:nvPr/>
            </p:nvGrpSpPr>
            <p:grpSpPr>
              <a:xfrm>
                <a:off x="3101824" y="4047153"/>
                <a:ext cx="1432560" cy="1813560"/>
                <a:chOff x="3009900" y="1500840"/>
                <a:chExt cx="1432560" cy="1813560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9EEC1C1-E1C4-F6A7-8F4E-FC5834B29793}"/>
                    </a:ext>
                  </a:extLst>
                </p:cNvPr>
                <p:cNvSpPr/>
                <p:nvPr/>
              </p:nvSpPr>
              <p:spPr>
                <a:xfrm>
                  <a:off x="3009900" y="1500840"/>
                  <a:ext cx="1432560" cy="1813560"/>
                </a:xfrm>
                <a:prstGeom prst="rect">
                  <a:avLst/>
                </a:prstGeom>
                <a:solidFill>
                  <a:srgbClr val="DCEAF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8A8864C4-05DF-6D12-4B27-EBE0E6A26B17}"/>
                    </a:ext>
                  </a:extLst>
                </p:cNvPr>
                <p:cNvSpPr/>
                <p:nvPr/>
              </p:nvSpPr>
              <p:spPr>
                <a:xfrm>
                  <a:off x="3116580" y="2520087"/>
                  <a:ext cx="1234440" cy="720000"/>
                </a:xfrm>
                <a:prstGeom prst="rect">
                  <a:avLst/>
                </a:prstGeom>
                <a:solidFill>
                  <a:srgbClr val="46B1E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088F80A-8304-ADE0-6229-1998E4A3624E}"/>
                    </a:ext>
                  </a:extLst>
                </p:cNvPr>
                <p:cNvSpPr/>
                <p:nvPr/>
              </p:nvSpPr>
              <p:spPr>
                <a:xfrm>
                  <a:off x="3116580" y="2268087"/>
                  <a:ext cx="1234440" cy="2520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9A5660C-B63D-1D6E-5602-CEDCBD6C520F}"/>
                    </a:ext>
                  </a:extLst>
                </p:cNvPr>
                <p:cNvSpPr/>
                <p:nvPr/>
              </p:nvSpPr>
              <p:spPr>
                <a:xfrm>
                  <a:off x="3115310" y="2016087"/>
                  <a:ext cx="1234440" cy="252000"/>
                </a:xfrm>
                <a:prstGeom prst="rect">
                  <a:avLst/>
                </a:prstGeom>
                <a:solidFill>
                  <a:srgbClr val="4EA4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3EA04417-EB8C-1D16-4B01-BF3137EE4B9A}"/>
                  </a:ext>
                </a:extLst>
              </p:cNvPr>
              <p:cNvGrpSpPr/>
              <p:nvPr/>
            </p:nvGrpSpPr>
            <p:grpSpPr>
              <a:xfrm>
                <a:off x="5050314" y="4047453"/>
                <a:ext cx="1432560" cy="1813560"/>
                <a:chOff x="5050314" y="3658506"/>
                <a:chExt cx="1432560" cy="1813560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05D7A33B-67BF-CB2A-F6BB-7108C7FCBD91}"/>
                    </a:ext>
                  </a:extLst>
                </p:cNvPr>
                <p:cNvGrpSpPr/>
                <p:nvPr/>
              </p:nvGrpSpPr>
              <p:grpSpPr>
                <a:xfrm>
                  <a:off x="5050314" y="3658506"/>
                  <a:ext cx="1432560" cy="1813560"/>
                  <a:chOff x="3009900" y="1501140"/>
                  <a:chExt cx="1432560" cy="1813560"/>
                </a:xfrm>
              </p:grpSpPr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B46890FD-EEBE-439C-064B-E044AB32FDC3}"/>
                      </a:ext>
                    </a:extLst>
                  </p:cNvPr>
                  <p:cNvSpPr/>
                  <p:nvPr/>
                </p:nvSpPr>
                <p:spPr>
                  <a:xfrm>
                    <a:off x="3009900" y="1501140"/>
                    <a:ext cx="1432560" cy="1813560"/>
                  </a:xfrm>
                  <a:prstGeom prst="rect">
                    <a:avLst/>
                  </a:prstGeom>
                  <a:solidFill>
                    <a:srgbClr val="DCEAF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C62BD423-B37D-DB60-88C7-4750FAE5352A}"/>
                      </a:ext>
                    </a:extLst>
                  </p:cNvPr>
                  <p:cNvSpPr/>
                  <p:nvPr/>
                </p:nvSpPr>
                <p:spPr>
                  <a:xfrm>
                    <a:off x="3116580" y="2520087"/>
                    <a:ext cx="1234440" cy="720000"/>
                  </a:xfrm>
                  <a:prstGeom prst="rect">
                    <a:avLst/>
                  </a:prstGeom>
                  <a:solidFill>
                    <a:srgbClr val="46B1E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42EE3AB4-04D8-90B7-EA80-059B0DA3112C}"/>
                      </a:ext>
                    </a:extLst>
                  </p:cNvPr>
                  <p:cNvSpPr/>
                  <p:nvPr/>
                </p:nvSpPr>
                <p:spPr>
                  <a:xfrm>
                    <a:off x="3116580" y="2268087"/>
                    <a:ext cx="1234440" cy="25200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4871DCC8-4B21-041C-7C32-8D5238073C1B}"/>
                      </a:ext>
                    </a:extLst>
                  </p:cNvPr>
                  <p:cNvSpPr/>
                  <p:nvPr/>
                </p:nvSpPr>
                <p:spPr>
                  <a:xfrm>
                    <a:off x="3116896" y="2016087"/>
                    <a:ext cx="1234440" cy="252000"/>
                  </a:xfrm>
                  <a:prstGeom prst="rect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B87FBFDD-5887-94D7-FD2A-4FEB29858FFC}"/>
                    </a:ext>
                  </a:extLst>
                </p:cNvPr>
                <p:cNvSpPr/>
                <p:nvPr/>
              </p:nvSpPr>
              <p:spPr>
                <a:xfrm>
                  <a:off x="5158106" y="3921453"/>
                  <a:ext cx="1234440" cy="252000"/>
                </a:xfrm>
                <a:prstGeom prst="rect">
                  <a:avLst/>
                </a:prstGeom>
                <a:solidFill>
                  <a:srgbClr val="4EA4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D5DB70A5-D709-E40F-E463-286D7756065A}"/>
                  </a:ext>
                </a:extLst>
              </p:cNvPr>
              <p:cNvGrpSpPr/>
              <p:nvPr/>
            </p:nvGrpSpPr>
            <p:grpSpPr>
              <a:xfrm>
                <a:off x="6986104" y="4047453"/>
                <a:ext cx="1432560" cy="1813560"/>
                <a:chOff x="6986104" y="3658506"/>
                <a:chExt cx="1432560" cy="1813560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27BD492D-43C8-F612-5448-A3094CF06234}"/>
                    </a:ext>
                  </a:extLst>
                </p:cNvPr>
                <p:cNvGrpSpPr/>
                <p:nvPr/>
              </p:nvGrpSpPr>
              <p:grpSpPr>
                <a:xfrm>
                  <a:off x="6986104" y="3658506"/>
                  <a:ext cx="1432560" cy="1813560"/>
                  <a:chOff x="3009900" y="1501140"/>
                  <a:chExt cx="1432560" cy="1813560"/>
                </a:xfrm>
              </p:grpSpPr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D8407ADE-5829-3B6C-CC9B-75957A88E1D8}"/>
                      </a:ext>
                    </a:extLst>
                  </p:cNvPr>
                  <p:cNvSpPr/>
                  <p:nvPr/>
                </p:nvSpPr>
                <p:spPr>
                  <a:xfrm>
                    <a:off x="3009900" y="1501140"/>
                    <a:ext cx="1432560" cy="1813560"/>
                  </a:xfrm>
                  <a:prstGeom prst="rect">
                    <a:avLst/>
                  </a:prstGeom>
                  <a:solidFill>
                    <a:srgbClr val="DCEAF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1855D3DC-8978-512E-8344-6494ED4FC0D1}"/>
                      </a:ext>
                    </a:extLst>
                  </p:cNvPr>
                  <p:cNvSpPr/>
                  <p:nvPr/>
                </p:nvSpPr>
                <p:spPr>
                  <a:xfrm>
                    <a:off x="3116580" y="2520087"/>
                    <a:ext cx="1234440" cy="720000"/>
                  </a:xfrm>
                  <a:prstGeom prst="rect">
                    <a:avLst/>
                  </a:prstGeom>
                  <a:solidFill>
                    <a:srgbClr val="46B1E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F1C4A8D-639A-BE8D-3D95-22DF461C5516}"/>
                      </a:ext>
                    </a:extLst>
                  </p:cNvPr>
                  <p:cNvSpPr/>
                  <p:nvPr/>
                </p:nvSpPr>
                <p:spPr>
                  <a:xfrm>
                    <a:off x="3116580" y="2016087"/>
                    <a:ext cx="1234440" cy="25200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768F62FF-B30B-9287-7E7F-A9D6669804C4}"/>
                      </a:ext>
                    </a:extLst>
                  </p:cNvPr>
                  <p:cNvSpPr/>
                  <p:nvPr/>
                </p:nvSpPr>
                <p:spPr>
                  <a:xfrm>
                    <a:off x="3115310" y="1764087"/>
                    <a:ext cx="1234440" cy="252000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86CD3AC7-39CB-9821-8115-C275F934A312}"/>
                    </a:ext>
                  </a:extLst>
                </p:cNvPr>
                <p:cNvSpPr/>
                <p:nvPr/>
              </p:nvSpPr>
              <p:spPr>
                <a:xfrm>
                  <a:off x="7091514" y="4425453"/>
                  <a:ext cx="1234440" cy="252000"/>
                </a:xfrm>
                <a:prstGeom prst="rect">
                  <a:avLst/>
                </a:prstGeom>
                <a:solidFill>
                  <a:srgbClr val="FF66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EC85F67-882F-F076-0945-A53128AB971A}"/>
                  </a:ext>
                </a:extLst>
              </p:cNvPr>
              <p:cNvSpPr txBox="1"/>
              <p:nvPr/>
            </p:nvSpPr>
            <p:spPr>
              <a:xfrm>
                <a:off x="2881313" y="5917121"/>
                <a:ext cx="576262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  <a:r>
                  <a:rPr lang="th-TH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 </a:t>
                </a:r>
                <a:r>
                  <a:rPr lang="en-US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Thickness of each design</a:t>
                </a:r>
                <a:endParaRPr lang="en-GB" sz="12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3081A5A-678A-E4CD-BE52-212A1D838AD1}"/>
                  </a:ext>
                </a:extLst>
              </p:cNvPr>
              <p:cNvSpPr txBox="1"/>
              <p:nvPr/>
            </p:nvSpPr>
            <p:spPr>
              <a:xfrm>
                <a:off x="3101824" y="3800634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Two-layer design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1FC54B6-28DE-CA0B-9727-B3DB2F12886E}"/>
                  </a:ext>
                </a:extLst>
              </p:cNvPr>
              <p:cNvSpPr txBox="1"/>
              <p:nvPr/>
            </p:nvSpPr>
            <p:spPr>
              <a:xfrm>
                <a:off x="5057934" y="3800933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Three-layer #1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932E130-A150-BE53-A75E-A03A951C42B5}"/>
                  </a:ext>
                </a:extLst>
              </p:cNvPr>
              <p:cNvSpPr txBox="1"/>
              <p:nvPr/>
            </p:nvSpPr>
            <p:spPr>
              <a:xfrm>
                <a:off x="6986104" y="3800932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Three-layer #2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FCCED5A-E1A5-CB64-2860-A0C06F7F93DE}"/>
                  </a:ext>
                </a:extLst>
              </p:cNvPr>
              <p:cNvSpPr txBox="1"/>
              <p:nvPr/>
            </p:nvSpPr>
            <p:spPr>
              <a:xfrm>
                <a:off x="3207234" y="5343399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2278144-85AE-30DA-3C02-EB45FBED55CC}"/>
                  </a:ext>
                </a:extLst>
              </p:cNvPr>
              <p:cNvSpPr txBox="1"/>
              <p:nvPr/>
            </p:nvSpPr>
            <p:spPr>
              <a:xfrm>
                <a:off x="3198019" y="4821122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 78.9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52D5BC-70B9-1ED2-D8AD-1DACF30161C1}"/>
                  </a:ext>
                </a:extLst>
              </p:cNvPr>
              <p:cNvSpPr txBox="1"/>
              <p:nvPr/>
            </p:nvSpPr>
            <p:spPr>
              <a:xfrm>
                <a:off x="3198019" y="457587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TiO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115.2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4EDA295-4343-48B5-AF4A-7B9BCBFD7EC8}"/>
                  </a:ext>
                </a:extLst>
              </p:cNvPr>
              <p:cNvSpPr txBox="1"/>
              <p:nvPr/>
            </p:nvSpPr>
            <p:spPr>
              <a:xfrm>
                <a:off x="5154137" y="482787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 78.9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847429D-7314-6777-141A-808F8F7BD23C}"/>
                  </a:ext>
                </a:extLst>
              </p:cNvPr>
              <p:cNvSpPr txBox="1"/>
              <p:nvPr/>
            </p:nvSpPr>
            <p:spPr>
              <a:xfrm>
                <a:off x="5157313" y="4569270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Si = 149.6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6076E8F-4796-393A-626D-87C6F206FA8B}"/>
                  </a:ext>
                </a:extLst>
              </p:cNvPr>
              <p:cNvSpPr txBox="1"/>
              <p:nvPr/>
            </p:nvSpPr>
            <p:spPr>
              <a:xfrm>
                <a:off x="5164614" y="5343399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4F6E206-1511-3D26-E516-CF5BA84751FE}"/>
                  </a:ext>
                </a:extLst>
              </p:cNvPr>
              <p:cNvSpPr txBox="1"/>
              <p:nvPr/>
            </p:nvSpPr>
            <p:spPr>
              <a:xfrm>
                <a:off x="7085164" y="5340596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CFF9E63-F2DE-000D-F40E-4FD937617889}"/>
                  </a:ext>
                </a:extLst>
              </p:cNvPr>
              <p:cNvSpPr txBox="1"/>
              <p:nvPr/>
            </p:nvSpPr>
            <p:spPr>
              <a:xfrm>
                <a:off x="6998804" y="4572107"/>
                <a:ext cx="132715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157.9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4A0328-59FE-55BE-5A5C-61B8151C7A1A}"/>
                  </a:ext>
                </a:extLst>
              </p:cNvPr>
              <p:cNvSpPr txBox="1"/>
              <p:nvPr/>
            </p:nvSpPr>
            <p:spPr>
              <a:xfrm>
                <a:off x="7085164" y="4320947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Al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164.6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F740732-009A-7B6C-EFEC-0630B69C0C2A}"/>
                  </a:ext>
                </a:extLst>
              </p:cNvPr>
              <p:cNvSpPr txBox="1"/>
              <p:nvPr/>
            </p:nvSpPr>
            <p:spPr>
              <a:xfrm>
                <a:off x="7085164" y="4821121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Si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N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4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133.2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B200211-968A-68DB-53A2-D83E94916DAD}"/>
                  </a:ext>
                </a:extLst>
              </p:cNvPr>
              <p:cNvSpPr txBox="1"/>
              <p:nvPr/>
            </p:nvSpPr>
            <p:spPr>
              <a:xfrm>
                <a:off x="5155088" y="432706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TiO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115.2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70839C-A507-D563-EDE6-16C221588724}"/>
                </a:ext>
              </a:extLst>
            </p:cNvPr>
            <p:cNvGrpSpPr/>
            <p:nvPr/>
          </p:nvGrpSpPr>
          <p:grpSpPr>
            <a:xfrm>
              <a:off x="2613834" y="-36637"/>
              <a:ext cx="6336000" cy="3929790"/>
              <a:chOff x="2613834" y="-300369"/>
              <a:chExt cx="6336000" cy="3929790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607168DC-234E-7740-6BA9-BC8CD64F0D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70" t="9788" r="7828" b="2751"/>
              <a:stretch>
                <a:fillRect/>
              </a:stretch>
            </p:blipFill>
            <p:spPr>
              <a:xfrm>
                <a:off x="2613834" y="-300369"/>
                <a:ext cx="6336000" cy="3658506"/>
              </a:xfrm>
              <a:prstGeom prst="rect">
                <a:avLst/>
              </a:prstGeom>
            </p:spPr>
          </p:pic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1DE21A4-2D88-A66E-3EEF-C46FAC35A6AF}"/>
                  </a:ext>
                </a:extLst>
              </p:cNvPr>
              <p:cNvSpPr txBox="1"/>
              <p:nvPr/>
            </p:nvSpPr>
            <p:spPr>
              <a:xfrm>
                <a:off x="2900522" y="3352422"/>
                <a:ext cx="576262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  <a:r>
                  <a:rPr lang="th-TH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 </a:t>
                </a:r>
                <a:r>
                  <a:rPr lang="en-US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Reflectance of each design</a:t>
                </a:r>
                <a:endParaRPr lang="en-GB" sz="12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9593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9AE628-8A3B-49A7-8A3F-6471DB656315}"/>
              </a:ext>
            </a:extLst>
          </p:cNvPr>
          <p:cNvGrpSpPr/>
          <p:nvPr/>
        </p:nvGrpSpPr>
        <p:grpSpPr>
          <a:xfrm>
            <a:off x="4176244" y="-724036"/>
            <a:ext cx="3168000" cy="7124835"/>
            <a:chOff x="4176244" y="-447811"/>
            <a:chExt cx="3168000" cy="712483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6285CA7-4AC3-A58C-69AC-E25884367C5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6244" y="3097212"/>
              <a:ext cx="3168000" cy="3579812"/>
              <a:chOff x="5760244" y="329071"/>
              <a:chExt cx="5760244" cy="6509025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B8638B5A-75A1-7531-3D48-1FCED3A177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738" r="4323" b="126"/>
              <a:stretch>
                <a:fillRect/>
              </a:stretch>
            </p:blipFill>
            <p:spPr>
              <a:xfrm>
                <a:off x="5760244" y="329071"/>
                <a:ext cx="5760244" cy="6240583"/>
              </a:xfrm>
              <a:prstGeom prst="rect">
                <a:avLst/>
              </a:prstGeom>
            </p:spPr>
          </p:pic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2537214B-EE9F-30E0-CAAC-EB753F9E98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760244" y="6383344"/>
                <a:ext cx="576024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(b)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Reflectance of different three-layer designs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EE11742-0357-82E8-6919-358F3B516E5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176244" y="-447811"/>
              <a:ext cx="3168000" cy="3505336"/>
              <a:chOff x="0" y="-225380"/>
              <a:chExt cx="5760244" cy="637361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A21D516-35C3-CA97-F398-C2E1113047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020" r="4323" b="2847"/>
              <a:stretch>
                <a:fillRect/>
              </a:stretch>
            </p:blipFill>
            <p:spPr>
              <a:xfrm>
                <a:off x="0" y="-225380"/>
                <a:ext cx="5760244" cy="5901539"/>
              </a:xfrm>
              <a:prstGeom prst="rect">
                <a:avLst/>
              </a:prstGeom>
            </p:spPr>
          </p:pic>
          <p:sp>
            <p:nvSpPr>
              <p:cNvPr id="5" name="Text Box 2">
                <a:extLst>
                  <a:ext uri="{FF2B5EF4-FFF2-40B4-BE49-F238E27FC236}">
                    <a16:creationId xmlns:a16="http://schemas.microsoft.com/office/drawing/2014/main" id="{CBE952BF-9C72-F766-8F80-1ED2C0B7D7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0" y="5693478"/>
                <a:ext cx="576024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(a)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Reflectance of single and two-layer designs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68865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AE33CD5-86B8-58BD-6313-3429D4ACCB8B}"/>
              </a:ext>
            </a:extLst>
          </p:cNvPr>
          <p:cNvGrpSpPr/>
          <p:nvPr/>
        </p:nvGrpSpPr>
        <p:grpSpPr>
          <a:xfrm>
            <a:off x="2592244" y="1473475"/>
            <a:ext cx="6336000" cy="3533223"/>
            <a:chOff x="4176244" y="-349401"/>
            <a:chExt cx="6336000" cy="353322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2EC9AFE-5407-7513-6622-EF2A950D258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344244" y="-346626"/>
              <a:ext cx="3168000" cy="3530448"/>
              <a:chOff x="11520483" y="-6180815"/>
              <a:chExt cx="5760242" cy="641926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5948513-0800-0003-5D05-5B703C6BF2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1520483" y="-6180815"/>
                <a:ext cx="5760242" cy="5999750"/>
                <a:chOff x="11520482" y="-6180817"/>
                <a:chExt cx="5760241" cy="5999752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E050EA16-7875-6D24-2319-49D884871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9661" r="4754" b="2155"/>
                <a:stretch>
                  <a:fillRect/>
                </a:stretch>
              </p:blipFill>
              <p:spPr>
                <a:xfrm>
                  <a:off x="11520482" y="-6180817"/>
                  <a:ext cx="5760241" cy="5999752"/>
                </a:xfrm>
                <a:prstGeom prst="rect">
                  <a:avLst/>
                </a:prstGeom>
              </p:spPr>
            </p:pic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3DD7B74C-D017-BEC0-013D-3BA6DD552F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9640" t="12946" r="10882" b="68893"/>
                <a:stretch>
                  <a:fillRect/>
                </a:stretch>
              </p:blipFill>
              <p:spPr>
                <a:xfrm>
                  <a:off x="15732013" y="-5946211"/>
                  <a:ext cx="1178011" cy="1235676"/>
                </a:xfrm>
                <a:prstGeom prst="rect">
                  <a:avLst/>
                </a:prstGeom>
              </p:spPr>
            </p:pic>
          </p:grp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445EA54B-734C-B654-26A7-41C0893D4F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26030" y="-216299"/>
                <a:ext cx="2949146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(b)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Crystalline phase</a:t>
                </a:r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D4A43B-267E-CAE3-4FD2-037BFF0B4D8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6244" y="-349401"/>
              <a:ext cx="3168000" cy="3533223"/>
              <a:chOff x="0" y="135108"/>
              <a:chExt cx="5760244" cy="6424316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873641-B206-551D-2AE3-9D1AC3015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0" y="135108"/>
                <a:ext cx="5760244" cy="5999750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B621060-5120-CEFF-AF6E-47BF9E7FDCEB}"/>
                  </a:ext>
                </a:extLst>
              </p:cNvPr>
              <p:cNvSpPr/>
              <p:nvPr/>
            </p:nvSpPr>
            <p:spPr>
              <a:xfrm>
                <a:off x="4193059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8B4A0B3-66D8-C284-6271-1409C9A1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38" t="13007" r="10780" b="68831"/>
              <a:stretch>
                <a:fillRect/>
              </a:stretch>
            </p:blipFill>
            <p:spPr>
              <a:xfrm>
                <a:off x="4211531" y="350679"/>
                <a:ext cx="1184254" cy="1235673"/>
              </a:xfrm>
              <a:prstGeom prst="rect">
                <a:avLst/>
              </a:prstGeom>
            </p:spPr>
          </p:pic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65326FA-3220-3A1E-4806-D23AC3A198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37784" y="6104672"/>
                <a:ext cx="308467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(a)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Amorphous phase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90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D6613CF-EA94-B35A-7723-6C034783E22F}"/>
              </a:ext>
            </a:extLst>
          </p:cNvPr>
          <p:cNvGrpSpPr>
            <a:grpSpLocks noChangeAspect="1"/>
          </p:cNvGrpSpPr>
          <p:nvPr/>
        </p:nvGrpSpPr>
        <p:grpSpPr>
          <a:xfrm>
            <a:off x="2413687" y="104174"/>
            <a:ext cx="6718917" cy="3690254"/>
            <a:chOff x="88" y="253966"/>
            <a:chExt cx="11278908" cy="61947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5FC8BB-1D02-1EEF-DCE1-1623574FE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644"/>
            <a:stretch>
              <a:fillRect/>
            </a:stretch>
          </p:blipFill>
          <p:spPr>
            <a:xfrm>
              <a:off x="88" y="253966"/>
              <a:ext cx="5760155" cy="592000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655CB5-5686-063C-B918-AD37F75C2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644" r="4193"/>
            <a:stretch>
              <a:fillRect/>
            </a:stretch>
          </p:blipFill>
          <p:spPr>
            <a:xfrm>
              <a:off x="5760334" y="253966"/>
              <a:ext cx="5518662" cy="5920003"/>
            </a:xfrm>
            <a:prstGeom prst="rect">
              <a:avLst/>
            </a:prstGeom>
          </p:spPr>
        </p:pic>
        <p:sp>
          <p:nvSpPr>
            <p:cNvPr id="9" name="Text Box 2">
              <a:extLst>
                <a:ext uri="{FF2B5EF4-FFF2-40B4-BE49-F238E27FC236}">
                  <a16:creationId xmlns:a16="http://schemas.microsoft.com/office/drawing/2014/main" id="{30AB8EFA-262A-66FA-4DB0-3564085878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5970" y="6028879"/>
              <a:ext cx="4488480" cy="4198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  <a:r>
                <a:rPr lang="th-TH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Reflectance of N=4 designs</a:t>
              </a:r>
              <a:endParaRPr lang="en-GB" sz="12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26FF2C3C-8DF0-AE8B-0F45-F3FE16C111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01740" y="6028879"/>
              <a:ext cx="5277255" cy="4198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  <a:r>
                <a:rPr lang="th-TH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Reflectance contrast of N=4 designs</a:t>
              </a:r>
              <a:endParaRPr lang="en-GB" sz="12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87AD1B7-B3EA-D834-5DA0-5B9141BACDCA}"/>
              </a:ext>
            </a:extLst>
          </p:cNvPr>
          <p:cNvGrpSpPr/>
          <p:nvPr/>
        </p:nvGrpSpPr>
        <p:grpSpPr>
          <a:xfrm>
            <a:off x="2628169" y="3973677"/>
            <a:ext cx="5931856" cy="2481584"/>
            <a:chOff x="2712081" y="3958288"/>
            <a:chExt cx="5931856" cy="2481584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900D3E0-0C26-4B00-9E3A-AE9720757A29}"/>
                </a:ext>
              </a:extLst>
            </p:cNvPr>
            <p:cNvSpPr/>
            <p:nvPr/>
          </p:nvSpPr>
          <p:spPr>
            <a:xfrm>
              <a:off x="3328606" y="4208522"/>
              <a:ext cx="1432560" cy="1888718"/>
            </a:xfrm>
            <a:prstGeom prst="rect">
              <a:avLst/>
            </a:prstGeom>
            <a:solidFill>
              <a:srgbClr val="DCEA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894EDEA-C35D-BCB3-935B-5CD12C848F41}"/>
                </a:ext>
              </a:extLst>
            </p:cNvPr>
            <p:cNvSpPr/>
            <p:nvPr/>
          </p:nvSpPr>
          <p:spPr>
            <a:xfrm>
              <a:off x="3435286" y="5471521"/>
              <a:ext cx="1234440" cy="551105"/>
            </a:xfrm>
            <a:prstGeom prst="rect">
              <a:avLst/>
            </a:prstGeom>
            <a:solidFill>
              <a:srgbClr val="46B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C72911B-3CBE-62AB-3447-C50B4628C8E6}"/>
                </a:ext>
              </a:extLst>
            </p:cNvPr>
            <p:cNvSpPr txBox="1"/>
            <p:nvPr/>
          </p:nvSpPr>
          <p:spPr>
            <a:xfrm>
              <a:off x="2881313" y="6162873"/>
              <a:ext cx="576262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  <a:r>
                <a:rPr lang="th-TH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Thickness of long-pass and short-pass edge-filter design (</a:t>
              </a:r>
              <a:r>
                <a:rPr lang="el-GR" sz="1200" dirty="0">
                  <a:latin typeface="Arial" panose="020B0604020202020204" pitchFamily="34" charset="0"/>
                  <a:ea typeface="TH Sarabun PSK"/>
                  <a:cs typeface="TH Sarabun PSK"/>
                </a:rPr>
                <a:t>λ0 = 740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nm)</a:t>
              </a:r>
              <a:endParaRPr lang="en-GB" sz="12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8DEE61E-951D-A2FA-033A-8F8B267D2327}"/>
                </a:ext>
              </a:extLst>
            </p:cNvPr>
            <p:cNvSpPr txBox="1"/>
            <p:nvPr/>
          </p:nvSpPr>
          <p:spPr>
            <a:xfrm>
              <a:off x="3336226" y="3962301"/>
              <a:ext cx="14325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ea typeface="TH Sarabun PSK"/>
                  <a:cs typeface="TH Sarabun PSK"/>
                </a:rPr>
                <a:t>Long-pass edge filter</a:t>
              </a:r>
              <a:endParaRPr lang="en-GB" sz="10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69151AC-E37C-2ACD-D75E-2281BB364992}"/>
                </a:ext>
              </a:extLst>
            </p:cNvPr>
            <p:cNvSpPr txBox="1"/>
            <p:nvPr/>
          </p:nvSpPr>
          <p:spPr>
            <a:xfrm>
              <a:off x="3442906" y="5579626"/>
              <a:ext cx="12344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Substrate</a:t>
              </a:r>
              <a:endParaRPr lang="en-GB" sz="9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18C47C-8764-8F85-55AD-40E2F17F3295}"/>
                </a:ext>
              </a:extLst>
            </p:cNvPr>
            <p:cNvGrpSpPr/>
            <p:nvPr/>
          </p:nvGrpSpPr>
          <p:grpSpPr>
            <a:xfrm>
              <a:off x="3435286" y="4853900"/>
              <a:ext cx="1234758" cy="653431"/>
              <a:chOff x="3435286" y="4853900"/>
              <a:chExt cx="1234758" cy="653431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9BB84EA-27EB-EE47-6277-DDF1D6EBE69A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AE17C58-15CB-A9D0-5F25-4AB1C2C7F1A2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3CF8F6-D980-CAF6-29F3-213FDB707F63}"/>
                  </a:ext>
                </a:extLst>
              </p:cNvPr>
              <p:cNvSpPr txBox="1"/>
              <p:nvPr/>
            </p:nvSpPr>
            <p:spPr>
              <a:xfrm>
                <a:off x="4038599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644B7A-7B72-0D02-F321-D61F4AA60BF7}"/>
                  </a:ext>
                </a:extLst>
              </p:cNvPr>
              <p:cNvSpPr txBox="1"/>
              <p:nvPr/>
            </p:nvSpPr>
            <p:spPr>
              <a:xfrm>
                <a:off x="4038599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59EB59D-1AE4-6A80-CB5E-7F28C8525C4F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6621D0A-8DEE-5067-5BFD-4EEC6A79BBAF}"/>
                  </a:ext>
                </a:extLst>
              </p:cNvPr>
              <p:cNvSpPr txBox="1"/>
              <p:nvPr/>
            </p:nvSpPr>
            <p:spPr>
              <a:xfrm>
                <a:off x="4038599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49F72654-A1E8-F7CD-4FC9-1E37C2D17048}"/>
                </a:ext>
              </a:extLst>
            </p:cNvPr>
            <p:cNvGrpSpPr/>
            <p:nvPr/>
          </p:nvGrpSpPr>
          <p:grpSpPr>
            <a:xfrm>
              <a:off x="3435126" y="4275164"/>
              <a:ext cx="1234756" cy="653431"/>
              <a:chOff x="3435286" y="4853900"/>
              <a:chExt cx="1234756" cy="653431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43CBD0A0-7885-4941-8A8F-3A3A19E76E02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9F499CB2-C5BE-57A0-3B19-EA6F078B752E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65F1B4F-5096-CDB3-376A-9B4F5F4745F4}"/>
                  </a:ext>
                </a:extLst>
              </p:cNvPr>
              <p:cNvSpPr txBox="1"/>
              <p:nvPr/>
            </p:nvSpPr>
            <p:spPr>
              <a:xfrm>
                <a:off x="3438524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DAEF36B-B6C2-6ABC-461E-180C745D8719}"/>
                  </a:ext>
                </a:extLst>
              </p:cNvPr>
              <p:cNvSpPr txBox="1"/>
              <p:nvPr/>
            </p:nvSpPr>
            <p:spPr>
              <a:xfrm>
                <a:off x="3438524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41031E94-4778-1656-E7D5-9FF7FDB9D60A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8AE1F8A-2F1C-A268-3757-D143F9B2C8C1}"/>
                  </a:ext>
                </a:extLst>
              </p:cNvPr>
              <p:cNvSpPr txBox="1"/>
              <p:nvPr/>
            </p:nvSpPr>
            <p:spPr>
              <a:xfrm>
                <a:off x="3438524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sp>
          <p:nvSpPr>
            <p:cNvPr id="97" name="Left Brace 96">
              <a:extLst>
                <a:ext uri="{FF2B5EF4-FFF2-40B4-BE49-F238E27FC236}">
                  <a16:creationId xmlns:a16="http://schemas.microsoft.com/office/drawing/2014/main" id="{4A3142FB-7B02-A660-C52B-180AB6C21434}"/>
                </a:ext>
              </a:extLst>
            </p:cNvPr>
            <p:cNvSpPr/>
            <p:nvPr/>
          </p:nvSpPr>
          <p:spPr>
            <a:xfrm>
              <a:off x="3387026" y="4319608"/>
              <a:ext cx="45719" cy="139898"/>
            </a:xfrm>
            <a:prstGeom prst="leftBrace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F459A49-37F4-B695-4CE8-9F8C0C7B7520}"/>
                </a:ext>
              </a:extLst>
            </p:cNvPr>
            <p:cNvSpPr txBox="1"/>
            <p:nvPr/>
          </p:nvSpPr>
          <p:spPr>
            <a:xfrm>
              <a:off x="2737796" y="4274453"/>
              <a:ext cx="605730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0F9ED5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24.3 nm</a:t>
              </a:r>
              <a:endParaRPr lang="en-GB" sz="800" baseline="-25000" dirty="0">
                <a:solidFill>
                  <a:srgbClr val="0F9ED5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1" name="Left Brace 100">
              <a:extLst>
                <a:ext uri="{FF2B5EF4-FFF2-40B4-BE49-F238E27FC236}">
                  <a16:creationId xmlns:a16="http://schemas.microsoft.com/office/drawing/2014/main" id="{CB8E3ACB-E28F-0F83-E010-813046E3C3E1}"/>
                </a:ext>
              </a:extLst>
            </p:cNvPr>
            <p:cNvSpPr/>
            <p:nvPr/>
          </p:nvSpPr>
          <p:spPr>
            <a:xfrm>
              <a:off x="3386550" y="4464947"/>
              <a:ext cx="45719" cy="288000"/>
            </a:xfrm>
            <a:prstGeom prst="leftBrace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3D39031-923F-4283-5BAA-4B99CD7A241D}"/>
                </a:ext>
              </a:extLst>
            </p:cNvPr>
            <p:cNvSpPr txBox="1"/>
            <p:nvPr/>
          </p:nvSpPr>
          <p:spPr>
            <a:xfrm>
              <a:off x="2712081" y="4503044"/>
              <a:ext cx="631445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4EA72E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134.0 nm</a:t>
              </a:r>
              <a:endParaRPr lang="en-GB" sz="800" baseline="-25000" dirty="0">
                <a:solidFill>
                  <a:srgbClr val="4EA72E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5" name="Left Brace 104">
              <a:extLst>
                <a:ext uri="{FF2B5EF4-FFF2-40B4-BE49-F238E27FC236}">
                  <a16:creationId xmlns:a16="http://schemas.microsoft.com/office/drawing/2014/main" id="{F0C97B9E-D4E8-59F4-A339-94BB61BDB8B5}"/>
                </a:ext>
              </a:extLst>
            </p:cNvPr>
            <p:cNvSpPr/>
            <p:nvPr/>
          </p:nvSpPr>
          <p:spPr>
            <a:xfrm flipH="1">
              <a:off x="4677346" y="4319961"/>
              <a:ext cx="45719" cy="576000"/>
            </a:xfrm>
            <a:prstGeom prst="leftBrac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3CE870F-9D25-CB35-CE34-996B1B6DEF6C}"/>
                </a:ext>
              </a:extLst>
            </p:cNvPr>
            <p:cNvSpPr txBox="1"/>
            <p:nvPr/>
          </p:nvSpPr>
          <p:spPr>
            <a:xfrm>
              <a:off x="4700205" y="4496491"/>
              <a:ext cx="1267362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ea typeface="TH Sarabun PSK"/>
                  <a:cs typeface="TH Sarabun PSK"/>
                </a:rPr>
                <a:t>A single unit cell</a:t>
              </a:r>
              <a:r>
                <a: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GB" sz="800" dirty="0">
                  <a:latin typeface="Arial" panose="020B0604020202020204" pitchFamily="34" charset="0"/>
                  <a:ea typeface="TH Sarabun PSK"/>
                  <a:cs typeface="TH Sarabun PSK"/>
                </a:rPr>
                <a:t>(N= 1)</a:t>
              </a:r>
              <a:endParaRPr lang="en-US" sz="8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A92F120-7FCB-2FB8-7EED-876142C21818}"/>
                </a:ext>
              </a:extLst>
            </p:cNvPr>
            <p:cNvSpPr/>
            <p:nvPr/>
          </p:nvSpPr>
          <p:spPr>
            <a:xfrm>
              <a:off x="6833805" y="4204509"/>
              <a:ext cx="1432560" cy="1888718"/>
            </a:xfrm>
            <a:prstGeom prst="rect">
              <a:avLst/>
            </a:prstGeom>
            <a:solidFill>
              <a:srgbClr val="DCEA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FDFBE47B-E790-5C70-08A6-FD85033BE9C3}"/>
                </a:ext>
              </a:extLst>
            </p:cNvPr>
            <p:cNvSpPr/>
            <p:nvPr/>
          </p:nvSpPr>
          <p:spPr>
            <a:xfrm>
              <a:off x="6940485" y="5467508"/>
              <a:ext cx="1234440" cy="551105"/>
            </a:xfrm>
            <a:prstGeom prst="rect">
              <a:avLst/>
            </a:prstGeom>
            <a:solidFill>
              <a:srgbClr val="46B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4E386DC-E2D2-71E9-E082-1D9F1C993D6C}"/>
                </a:ext>
              </a:extLst>
            </p:cNvPr>
            <p:cNvSpPr txBox="1"/>
            <p:nvPr/>
          </p:nvSpPr>
          <p:spPr>
            <a:xfrm>
              <a:off x="6841425" y="3958288"/>
              <a:ext cx="14325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ea typeface="TH Sarabun PSK"/>
                  <a:cs typeface="TH Sarabun PSK"/>
                </a:rPr>
                <a:t>Short-pass edge filter</a:t>
              </a:r>
              <a:endParaRPr lang="en-GB" sz="10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C6C5F32-98C0-9C47-53A3-8DB246059C2F}"/>
                </a:ext>
              </a:extLst>
            </p:cNvPr>
            <p:cNvSpPr txBox="1"/>
            <p:nvPr/>
          </p:nvSpPr>
          <p:spPr>
            <a:xfrm>
              <a:off x="6948105" y="5575613"/>
              <a:ext cx="12344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Substrate</a:t>
              </a:r>
              <a:endParaRPr lang="en-GB" sz="9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57B581FF-DAC2-8B88-C6B1-A527D12635EB}"/>
                </a:ext>
              </a:extLst>
            </p:cNvPr>
            <p:cNvGrpSpPr/>
            <p:nvPr/>
          </p:nvGrpSpPr>
          <p:grpSpPr>
            <a:xfrm>
              <a:off x="6940485" y="4849887"/>
              <a:ext cx="1234758" cy="653431"/>
              <a:chOff x="3435286" y="4853900"/>
              <a:chExt cx="1234758" cy="653431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E1D43FD-59CD-B915-0026-883F8605D2D4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DAF256E4-3AE3-8753-4900-72CD7CCE81DF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rgbClr val="96DCF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FDB349BB-F661-4E4B-E77B-025C87DE4D65}"/>
                  </a:ext>
                </a:extLst>
              </p:cNvPr>
              <p:cNvSpPr txBox="1"/>
              <p:nvPr/>
            </p:nvSpPr>
            <p:spPr>
              <a:xfrm>
                <a:off x="4038599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1B3B1558-76D6-2DF6-340F-97894E39EB25}"/>
                  </a:ext>
                </a:extLst>
              </p:cNvPr>
              <p:cNvSpPr txBox="1"/>
              <p:nvPr/>
            </p:nvSpPr>
            <p:spPr>
              <a:xfrm>
                <a:off x="4038599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389D6A97-E569-D902-3234-5B093880BBB0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90C1FA02-8C84-F08E-B2C5-725BCABCDCE0}"/>
                  </a:ext>
                </a:extLst>
              </p:cNvPr>
              <p:cNvSpPr txBox="1"/>
              <p:nvPr/>
            </p:nvSpPr>
            <p:spPr>
              <a:xfrm>
                <a:off x="4038599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4A99EED2-BF09-0459-7460-AB7411730524}"/>
                </a:ext>
              </a:extLst>
            </p:cNvPr>
            <p:cNvGrpSpPr/>
            <p:nvPr/>
          </p:nvGrpSpPr>
          <p:grpSpPr>
            <a:xfrm>
              <a:off x="6940325" y="4271151"/>
              <a:ext cx="1234756" cy="653431"/>
              <a:chOff x="3435286" y="4853900"/>
              <a:chExt cx="1234756" cy="653431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8790B91-8B38-DB44-8A6E-81D2AB002EAE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C2C98B4-9F07-8E43-C4B8-227DF32E2F7E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rgbClr val="96DCF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2E6DE0B-4710-B706-FF91-458B9F16A6C3}"/>
                  </a:ext>
                </a:extLst>
              </p:cNvPr>
              <p:cNvSpPr txBox="1"/>
              <p:nvPr/>
            </p:nvSpPr>
            <p:spPr>
              <a:xfrm>
                <a:off x="3438524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F6D95E49-1E93-9354-081B-BDD20F29A831}"/>
                  </a:ext>
                </a:extLst>
              </p:cNvPr>
              <p:cNvSpPr txBox="1"/>
              <p:nvPr/>
            </p:nvSpPr>
            <p:spPr>
              <a:xfrm>
                <a:off x="3438524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0B34CECB-9603-03DE-14D2-337CAC69C37B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5BB09F5-7A65-0EB7-3BA1-E9DD605D2667}"/>
                  </a:ext>
                </a:extLst>
              </p:cNvPr>
              <p:cNvSpPr txBox="1"/>
              <p:nvPr/>
            </p:nvSpPr>
            <p:spPr>
              <a:xfrm>
                <a:off x="3438524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6A7B18E-1E19-2552-75FE-D1C38643009D}"/>
                </a:ext>
              </a:extLst>
            </p:cNvPr>
            <p:cNvSpPr txBox="1"/>
            <p:nvPr/>
          </p:nvSpPr>
          <p:spPr>
            <a:xfrm>
              <a:off x="4853224" y="5038404"/>
              <a:ext cx="1814040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900" baseline="30000" dirty="0">
                  <a:latin typeface="Arial" panose="020B0604020202020204" pitchFamily="34" charset="0"/>
                  <a:ea typeface="TH Sarabun PSK"/>
                  <a:cs typeface="TH Sarabun PSK"/>
                </a:rPr>
                <a:t>*</a:t>
              </a:r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 All edge filters shown in (a) and (b) have N = 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0773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1C1356-43EA-F819-BD36-304CB240D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5" t="10289" r="7454" b="2841"/>
          <a:stretch>
            <a:fillRect/>
          </a:stretch>
        </p:blipFill>
        <p:spPr>
          <a:xfrm>
            <a:off x="2592244" y="1458114"/>
            <a:ext cx="6336000" cy="3563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1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2466C6B-154E-01E2-7FA0-CAB460317C44}"/>
              </a:ext>
            </a:extLst>
          </p:cNvPr>
          <p:cNvGrpSpPr>
            <a:grpSpLocks noChangeAspect="1"/>
          </p:cNvGrpSpPr>
          <p:nvPr/>
        </p:nvGrpSpPr>
        <p:grpSpPr>
          <a:xfrm>
            <a:off x="2708023" y="8236"/>
            <a:ext cx="6203747" cy="6352233"/>
            <a:chOff x="2319440" y="-83990"/>
            <a:chExt cx="6426494" cy="658031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8D07E5A-51E2-71FC-90A6-359E0A7FD312}"/>
                </a:ext>
              </a:extLst>
            </p:cNvPr>
            <p:cNvGrpSpPr/>
            <p:nvPr/>
          </p:nvGrpSpPr>
          <p:grpSpPr>
            <a:xfrm>
              <a:off x="2319440" y="-83990"/>
              <a:ext cx="6426494" cy="6356051"/>
              <a:chOff x="2666789" y="223910"/>
              <a:chExt cx="6080064" cy="6057911"/>
            </a:xfrm>
          </p:grpSpPr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D749B68-9604-C1AA-BC62-DD5711A7D7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55998" y="223910"/>
                <a:ext cx="1845275" cy="2773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TM</a:t>
                </a: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DAEDD61-9412-CED2-2591-A8322D8D40BB}"/>
                  </a:ext>
                </a:extLst>
              </p:cNvPr>
              <p:cNvGrpSpPr/>
              <p:nvPr/>
            </p:nvGrpSpPr>
            <p:grpSpPr>
              <a:xfrm>
                <a:off x="2860604" y="469208"/>
                <a:ext cx="5886249" cy="5812613"/>
                <a:chOff x="2880076" y="169576"/>
                <a:chExt cx="5744486" cy="5672626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2F8C15C8-B8DA-97F9-A862-AA88B5F5A31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 b="3136"/>
                <a:stretch>
                  <a:fillRect/>
                </a:stretch>
              </p:blipFill>
              <p:spPr>
                <a:xfrm>
                  <a:off x="2880076" y="3067215"/>
                  <a:ext cx="2880079" cy="2774987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2C84751B-ABF1-5713-485F-B7C7C5D575F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77" b="3139"/>
                <a:stretch>
                  <a:fillRect/>
                </a:stretch>
              </p:blipFill>
              <p:spPr>
                <a:xfrm>
                  <a:off x="5744571" y="3067215"/>
                  <a:ext cx="2879989" cy="2774987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7F94868C-DE59-7869-EED0-9F297E5E5823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/>
                <a:stretch>
                  <a:fillRect/>
                </a:stretch>
              </p:blipFill>
              <p:spPr>
                <a:xfrm>
                  <a:off x="5744485" y="169577"/>
                  <a:ext cx="2880077" cy="2774987"/>
                </a:xfrm>
                <a:prstGeom prst="rect">
                  <a:avLst/>
                </a:prstGeom>
              </p:spPr>
            </p:pic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4DA3577-DFBA-BA0F-3AEC-B0C2F17F536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2" b="-3"/>
                <a:stretch>
                  <a:fillRect/>
                </a:stretch>
              </p:blipFill>
              <p:spPr>
                <a:xfrm>
                  <a:off x="2880078" y="169576"/>
                  <a:ext cx="2880077" cy="2774987"/>
                </a:xfrm>
                <a:prstGeom prst="rect">
                  <a:avLst/>
                </a:prstGeom>
              </p:spPr>
            </p:pic>
          </p:grpSp>
          <p:sp>
            <p:nvSpPr>
              <p:cNvPr id="9" name="Text Box 2">
                <a:extLst>
                  <a:ext uri="{FF2B5EF4-FFF2-40B4-BE49-F238E27FC236}">
                    <a16:creationId xmlns:a16="http://schemas.microsoft.com/office/drawing/2014/main" id="{2E3187BD-FBC3-705D-A67D-DAB08F7C2C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20995" y="223911"/>
                <a:ext cx="1845275" cy="2773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TE</a:t>
                </a:r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4AE1A5-38F9-B793-62EC-7D239CA02E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608696" y="1701784"/>
                <a:ext cx="2391471" cy="2752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4-unit-cell design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C82AC031-7169-8BB3-CD2E-37B56F4E7D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528079" y="4708078"/>
                <a:ext cx="2552700" cy="2752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5-unit-cell design</a:t>
                </a:r>
              </a:p>
            </p:txBody>
          </p:sp>
        </p:grp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EF821439-620A-FAF6-E611-FF4B45450A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9345" y="3005945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(a)</a:t>
              </a:r>
            </a:p>
          </p:txBody>
        </p:sp>
        <p:sp>
          <p:nvSpPr>
            <p:cNvPr id="16" name="Text Box 2">
              <a:extLst>
                <a:ext uri="{FF2B5EF4-FFF2-40B4-BE49-F238E27FC236}">
                  <a16:creationId xmlns:a16="http://schemas.microsoft.com/office/drawing/2014/main" id="{50BA29E1-0E36-D967-177E-2AEB0AE2F0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1578" y="3005945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(b)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73C8B340-756D-AC6B-5AB3-C360165C7A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1578" y="6221296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(d)</a:t>
              </a:r>
            </a:p>
          </p:txBody>
        </p:sp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8DA5BD1E-D537-CA77-5C7C-D745431ACB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1778" y="6221296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2251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EE706E3-99F7-361D-1436-F0AB8CFFF5DB}"/>
              </a:ext>
            </a:extLst>
          </p:cNvPr>
          <p:cNvGrpSpPr>
            <a:grpSpLocks noChangeAspect="1"/>
          </p:cNvGrpSpPr>
          <p:nvPr/>
        </p:nvGrpSpPr>
        <p:grpSpPr>
          <a:xfrm>
            <a:off x="4176244" y="43746"/>
            <a:ext cx="3168000" cy="6222456"/>
            <a:chOff x="2905781" y="535637"/>
            <a:chExt cx="2854463" cy="560662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3A9529C-077B-9C9A-A539-62EFBFA0D6B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905781" y="535637"/>
              <a:ext cx="2854463" cy="5606621"/>
              <a:chOff x="2880076" y="438355"/>
              <a:chExt cx="2730180" cy="5402188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31CF6B04-6BE3-59B3-59F0-B3B9E59D711E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82" r="5204" b="-3"/>
              <a:stretch>
                <a:fillRect/>
              </a:stretch>
            </p:blipFill>
            <p:spPr>
              <a:xfrm>
                <a:off x="2880078" y="438355"/>
                <a:ext cx="2730178" cy="2750382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22A83823-1A48-A5F4-6B9C-C8431F3AEEDD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80" r="5205" b="3136"/>
              <a:stretch>
                <a:fillRect/>
              </a:stretch>
            </p:blipFill>
            <p:spPr>
              <a:xfrm>
                <a:off x="2880076" y="3090161"/>
                <a:ext cx="2730178" cy="2750382"/>
              </a:xfrm>
              <a:prstGeom prst="rect">
                <a:avLst/>
              </a:prstGeom>
            </p:spPr>
          </p:pic>
        </p:grpSp>
        <p:sp>
          <p:nvSpPr>
            <p:cNvPr id="4" name="Text Box 2">
              <a:extLst>
                <a:ext uri="{FF2B5EF4-FFF2-40B4-BE49-F238E27FC236}">
                  <a16:creationId xmlns:a16="http://schemas.microsoft.com/office/drawing/2014/main" id="{1A042B18-29B1-0E3D-4825-A9024BFCB2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8375" y="563830"/>
              <a:ext cx="1947939" cy="265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3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4-unit-cell design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6236CBCF-D119-EBCC-8804-7412B4FE03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9314" y="3315990"/>
              <a:ext cx="1946999" cy="265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3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5-unit-cell design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712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6A62-F729-8146-6602-6B9EAA8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275D7D68-3AEF-4C7F-4925-E0D6D4A4F0F7}"/>
              </a:ext>
            </a:extLst>
          </p:cNvPr>
          <p:cNvGrpSpPr/>
          <p:nvPr/>
        </p:nvGrpSpPr>
        <p:grpSpPr>
          <a:xfrm>
            <a:off x="1383862" y="-444167"/>
            <a:ext cx="8530325" cy="7330408"/>
            <a:chOff x="1383862" y="-696469"/>
            <a:chExt cx="8530325" cy="73304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EFF5BCF-F936-30BC-C5AC-66938C4BCDC6}"/>
                </a:ext>
              </a:extLst>
            </p:cNvPr>
            <p:cNvGrpSpPr/>
            <p:nvPr/>
          </p:nvGrpSpPr>
          <p:grpSpPr>
            <a:xfrm>
              <a:off x="1458499" y="-390884"/>
              <a:ext cx="2821665" cy="2113538"/>
              <a:chOff x="1458499" y="333586"/>
              <a:chExt cx="2821665" cy="2113538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E256747A-9A64-FEEA-48E3-C73ABF412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 b="4228"/>
              <a:stretch>
                <a:fillRect/>
              </a:stretch>
            </p:blipFill>
            <p:spPr>
              <a:xfrm>
                <a:off x="1458499" y="333586"/>
                <a:ext cx="2821665" cy="1901362"/>
              </a:xfrm>
              <a:prstGeom prst="rect">
                <a:avLst/>
              </a:prstGeom>
            </p:spPr>
          </p:pic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AE097F-9881-781B-334E-E50AC9B0CF5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4909" y="2214550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BFEFB833-1F4B-A0FA-A604-3D435106E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727359" y="121824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293A04FD-A3B0-1008-37E5-4C788BFB86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40722" y="-688832"/>
              <a:ext cx="2261610" cy="311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6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170522" y="-692581"/>
                  <a:ext cx="2663909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170522" y="-692581"/>
                  <a:ext cx="2663909" cy="308817"/>
                </a:xfrm>
                <a:prstGeom prst="rect">
                  <a:avLst/>
                </a:prstGeom>
                <a:blipFill>
                  <a:blip r:embed="rId3"/>
                  <a:stretch>
                    <a:fillRect l="-1373" t="-10000" r="-229" b="-32000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350262" y="-696469"/>
                  <a:ext cx="2740504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𝟒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50262" y="-696469"/>
                  <a:ext cx="2740504" cy="308817"/>
                </a:xfrm>
                <a:prstGeom prst="rect">
                  <a:avLst/>
                </a:prstGeom>
                <a:blipFill>
                  <a:blip r:embed="rId4"/>
                  <a:stretch>
                    <a:fillRect t="-9804" b="-29412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2">
              <a:extLst>
                <a:ext uri="{FF2B5EF4-FFF2-40B4-BE49-F238E27FC236}">
                  <a16:creationId xmlns:a16="http://schemas.microsoft.com/office/drawing/2014/main" id="{F03BDA51-720C-3CF6-F73A-520169042D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2613" y="166713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963480-9B98-00BE-F422-544F33DD86AB}"/>
                </a:ext>
              </a:extLst>
            </p:cNvPr>
            <p:cNvSpPr/>
            <p:nvPr/>
          </p:nvSpPr>
          <p:spPr>
            <a:xfrm rot="16200000">
              <a:off x="3980642" y="45811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06FE220-7954-3550-3F22-9AB09E685314}"/>
                </a:ext>
              </a:extLst>
            </p:cNvPr>
            <p:cNvSpPr/>
            <p:nvPr/>
          </p:nvSpPr>
          <p:spPr>
            <a:xfrm rot="16200000">
              <a:off x="3983524" y="531161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BCA8936-3CB9-8BB3-0406-746B50FE1980}"/>
                </a:ext>
              </a:extLst>
            </p:cNvPr>
            <p:cNvSpPr/>
            <p:nvPr/>
          </p:nvSpPr>
          <p:spPr>
            <a:xfrm rot="16200000">
              <a:off x="6792806" y="493409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0952736-745F-6DFA-41E6-6C54C19D5856}"/>
                </a:ext>
              </a:extLst>
            </p:cNvPr>
            <p:cNvGrpSpPr/>
            <p:nvPr/>
          </p:nvGrpSpPr>
          <p:grpSpPr>
            <a:xfrm>
              <a:off x="4270507" y="-390886"/>
              <a:ext cx="2823419" cy="2116572"/>
              <a:chOff x="4270507" y="333584"/>
              <a:chExt cx="2823419" cy="2116572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55E47CED-0343-6F4D-FA93-5ACEA5B78FFF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0"/>
              <a:stretch>
                <a:fillRect/>
              </a:stretch>
            </p:blipFill>
            <p:spPr>
              <a:xfrm>
                <a:off x="4270507" y="333584"/>
                <a:ext cx="2823419" cy="1990842"/>
              </a:xfrm>
              <a:prstGeom prst="rect">
                <a:avLst/>
              </a:prstGeom>
            </p:spPr>
          </p:pic>
          <p:sp>
            <p:nvSpPr>
              <p:cNvPr id="22" name="Text Box 2">
                <a:extLst>
                  <a:ext uri="{FF2B5EF4-FFF2-40B4-BE49-F238E27FC236}">
                    <a16:creationId xmlns:a16="http://schemas.microsoft.com/office/drawing/2014/main" id="{AE3B8EAA-42E3-23D9-4F0C-DC4721FDF0A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28692" y="2217582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57" name="Text Box 2">
                <a:extLst>
                  <a:ext uri="{FF2B5EF4-FFF2-40B4-BE49-F238E27FC236}">
                    <a16:creationId xmlns:a16="http://schemas.microsoft.com/office/drawing/2014/main" id="{3CA44ABE-E1DB-575F-0CE0-50E3E6120A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3545442" y="111683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77A153-0B83-8752-AC5B-F3819F161FCB}"/>
                </a:ext>
              </a:extLst>
            </p:cNvPr>
            <p:cNvGrpSpPr/>
            <p:nvPr/>
          </p:nvGrpSpPr>
          <p:grpSpPr>
            <a:xfrm>
              <a:off x="7090768" y="-390886"/>
              <a:ext cx="2823419" cy="2121173"/>
              <a:chOff x="7090768" y="333584"/>
              <a:chExt cx="2823419" cy="2121173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4275556-610F-C9DE-AB2E-DA11869E5D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7090768" y="333584"/>
                <a:ext cx="2823419" cy="1990842"/>
              </a:xfrm>
              <a:prstGeom prst="rect">
                <a:avLst/>
              </a:prstGeom>
            </p:spPr>
          </p:pic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EC259A05-E69E-C468-2708-471B303D2E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4351" y="2222183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8ECBF53E-D052-25CC-CEAC-37A53114CF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6367905" y="111683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sp>
          <p:nvSpPr>
            <p:cNvPr id="65" name="Text Box 2">
              <a:extLst>
                <a:ext uri="{FF2B5EF4-FFF2-40B4-BE49-F238E27FC236}">
                  <a16:creationId xmlns:a16="http://schemas.microsoft.com/office/drawing/2014/main" id="{E1C39705-84BA-BDC7-CAD4-D15E35A98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3526" y="166886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66" name="Text Box 2">
              <a:extLst>
                <a:ext uri="{FF2B5EF4-FFF2-40B4-BE49-F238E27FC236}">
                  <a16:creationId xmlns:a16="http://schemas.microsoft.com/office/drawing/2014/main" id="{4225793D-DF19-162B-4F95-A33DC95B3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8578" y="1674751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FF13DBE-27C7-C873-C4E9-E1518769E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6044"/>
            <a:stretch>
              <a:fillRect/>
            </a:stretch>
          </p:blipFill>
          <p:spPr>
            <a:xfrm>
              <a:off x="1456745" y="1963156"/>
              <a:ext cx="2823419" cy="1990843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101B1AA-11A8-271A-8884-64B7BA2CC5C0}"/>
                </a:ext>
              </a:extLst>
            </p:cNvPr>
            <p:cNvPicPr>
              <a:picLocks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71"/>
            <a:stretch>
              <a:fillRect/>
            </a:stretch>
          </p:blipFill>
          <p:spPr>
            <a:xfrm>
              <a:off x="4270507" y="1963908"/>
              <a:ext cx="2823419" cy="199009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87762777-619E-27B4-322B-2C2EE2CDD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7"/>
            <a:stretch>
              <a:fillRect/>
            </a:stretch>
          </p:blipFill>
          <p:spPr>
            <a:xfrm>
              <a:off x="7090768" y="1964941"/>
              <a:ext cx="2823419" cy="1989058"/>
            </a:xfrm>
            <a:prstGeom prst="rect">
              <a:avLst/>
            </a:prstGeom>
          </p:spPr>
        </p:pic>
        <p:sp>
          <p:nvSpPr>
            <p:cNvPr id="42" name="Text Box 2">
              <a:extLst>
                <a:ext uri="{FF2B5EF4-FFF2-40B4-BE49-F238E27FC236}">
                  <a16:creationId xmlns:a16="http://schemas.microsoft.com/office/drawing/2014/main" id="{5652DA98-7B88-80EC-6E7B-54C68F41EE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3845515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4" name="Text Box 2">
              <a:extLst>
                <a:ext uri="{FF2B5EF4-FFF2-40B4-BE49-F238E27FC236}">
                  <a16:creationId xmlns:a16="http://schemas.microsoft.com/office/drawing/2014/main" id="{8ABAD2B2-1FDF-C197-6E40-29F584C97D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0097" y="384731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6" name="Text Box 2">
              <a:extLst>
                <a:ext uri="{FF2B5EF4-FFF2-40B4-BE49-F238E27FC236}">
                  <a16:creationId xmlns:a16="http://schemas.microsoft.com/office/drawing/2014/main" id="{0564EEDE-F1D6-CDF6-FD9B-A969BC516D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5756" y="384731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8" name="Text Box 2">
              <a:extLst>
                <a:ext uri="{FF2B5EF4-FFF2-40B4-BE49-F238E27FC236}">
                  <a16:creationId xmlns:a16="http://schemas.microsoft.com/office/drawing/2014/main" id="{378BEF2F-9ABF-E729-69BA-A117310E94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07955" y="2718169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4" name="Text Box 2">
              <a:extLst>
                <a:ext uri="{FF2B5EF4-FFF2-40B4-BE49-F238E27FC236}">
                  <a16:creationId xmlns:a16="http://schemas.microsoft.com/office/drawing/2014/main" id="{C4CECF94-DEDB-49C7-0645-7D6AA5C40E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62868" y="2718170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8" name="Text Box 2">
              <a:extLst>
                <a:ext uri="{FF2B5EF4-FFF2-40B4-BE49-F238E27FC236}">
                  <a16:creationId xmlns:a16="http://schemas.microsoft.com/office/drawing/2014/main" id="{DCA475A1-3D4A-FFDB-F2D9-B800EAE0F9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90284" y="2718170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70" name="Text Box 2">
              <a:extLst>
                <a:ext uri="{FF2B5EF4-FFF2-40B4-BE49-F238E27FC236}">
                  <a16:creationId xmlns:a16="http://schemas.microsoft.com/office/drawing/2014/main" id="{8E68FDE9-BFB8-67BD-3C32-53A9C7D0E9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3981" y="402521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72" name="Text Box 2">
              <a:extLst>
                <a:ext uri="{FF2B5EF4-FFF2-40B4-BE49-F238E27FC236}">
                  <a16:creationId xmlns:a16="http://schemas.microsoft.com/office/drawing/2014/main" id="{89BC34B4-1445-847A-501D-72141D160D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4894" y="402694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(e)</a:t>
              </a:r>
            </a:p>
          </p:txBody>
        </p:sp>
        <p:sp>
          <p:nvSpPr>
            <p:cNvPr id="74" name="Text Box 2">
              <a:extLst>
                <a:ext uri="{FF2B5EF4-FFF2-40B4-BE49-F238E27FC236}">
                  <a16:creationId xmlns:a16="http://schemas.microsoft.com/office/drawing/2014/main" id="{2D5541A3-F01F-1021-BDDF-5D48DC205B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9946" y="4032831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(f)</a:t>
              </a:r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1A6ACDD2-8A4F-370E-4DCA-FE0373771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4317200"/>
              <a:ext cx="2823419" cy="1990844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C2C44D-B922-CB77-58E1-D5E8595A6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5"/>
            <a:stretch>
              <a:fillRect/>
            </a:stretch>
          </p:blipFill>
          <p:spPr>
            <a:xfrm>
              <a:off x="4269103" y="4317200"/>
              <a:ext cx="2823419" cy="1990844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701FD53-117D-BC7C-94B9-1975DF776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96"/>
            <a:stretch>
              <a:fillRect/>
            </a:stretch>
          </p:blipFill>
          <p:spPr>
            <a:xfrm>
              <a:off x="1455752" y="4317199"/>
              <a:ext cx="2823007" cy="1990845"/>
            </a:xfrm>
            <a:prstGeom prst="rect">
              <a:avLst/>
            </a:prstGeom>
          </p:spPr>
        </p:pic>
        <p:sp>
          <p:nvSpPr>
            <p:cNvPr id="82" name="Text Box 2">
              <a:extLst>
                <a:ext uri="{FF2B5EF4-FFF2-40B4-BE49-F238E27FC236}">
                  <a16:creationId xmlns:a16="http://schemas.microsoft.com/office/drawing/2014/main" id="{6E3333CA-065E-4558-0E8A-734AC129E5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4" name="Text Box 2">
              <a:extLst>
                <a:ext uri="{FF2B5EF4-FFF2-40B4-BE49-F238E27FC236}">
                  <a16:creationId xmlns:a16="http://schemas.microsoft.com/office/drawing/2014/main" id="{D5F7A840-E898-6D33-CDD1-B0E944F423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1590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6" name="Text Box 2">
              <a:extLst>
                <a:ext uri="{FF2B5EF4-FFF2-40B4-BE49-F238E27FC236}">
                  <a16:creationId xmlns:a16="http://schemas.microsoft.com/office/drawing/2014/main" id="{C18EBA50-2E46-4B27-E62A-22E3C67D6A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7249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8" name="Text Box 2">
              <a:extLst>
                <a:ext uri="{FF2B5EF4-FFF2-40B4-BE49-F238E27FC236}">
                  <a16:creationId xmlns:a16="http://schemas.microsoft.com/office/drawing/2014/main" id="{87E1F90A-66E0-3A38-EB67-1712B239E5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850709" y="5091375"/>
              <a:ext cx="1298880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0" name="Text Box 2">
              <a:extLst>
                <a:ext uri="{FF2B5EF4-FFF2-40B4-BE49-F238E27FC236}">
                  <a16:creationId xmlns:a16="http://schemas.microsoft.com/office/drawing/2014/main" id="{EC393578-4F02-0C3B-2430-E12A637484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668808" y="5091376"/>
              <a:ext cx="1298876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2" name="Text Box 2">
              <a:extLst>
                <a:ext uri="{FF2B5EF4-FFF2-40B4-BE49-F238E27FC236}">
                  <a16:creationId xmlns:a16="http://schemas.microsoft.com/office/drawing/2014/main" id="{D91A00AD-864B-AFE0-4999-9BA72E26C7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491605" y="5091376"/>
              <a:ext cx="1298876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4" name="Text Box 2">
              <a:extLst>
                <a:ext uri="{FF2B5EF4-FFF2-40B4-BE49-F238E27FC236}">
                  <a16:creationId xmlns:a16="http://schemas.microsoft.com/office/drawing/2014/main" id="{20039B84-81ED-7AE0-8BD5-F8C3C7755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2613" y="6376217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(g)</a:t>
              </a:r>
            </a:p>
          </p:txBody>
        </p:sp>
        <p:sp>
          <p:nvSpPr>
            <p:cNvPr id="96" name="Text Box 2">
              <a:extLst>
                <a:ext uri="{FF2B5EF4-FFF2-40B4-BE49-F238E27FC236}">
                  <a16:creationId xmlns:a16="http://schemas.microsoft.com/office/drawing/2014/main" id="{DD7609E3-1709-EB7C-2038-67EB724F6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3526" y="6377953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(h)</a:t>
              </a:r>
            </a:p>
          </p:txBody>
        </p:sp>
        <p:sp>
          <p:nvSpPr>
            <p:cNvPr id="98" name="Text Box 2">
              <a:extLst>
                <a:ext uri="{FF2B5EF4-FFF2-40B4-BE49-F238E27FC236}">
                  <a16:creationId xmlns:a16="http://schemas.microsoft.com/office/drawing/2014/main" id="{5A8A3F9E-0F71-0206-741D-1286377DFB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8578" y="638383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(i)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8211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B7461DE-24BF-0799-0FCA-DFB643F2E241}"/>
              </a:ext>
            </a:extLst>
          </p:cNvPr>
          <p:cNvGrpSpPr/>
          <p:nvPr/>
        </p:nvGrpSpPr>
        <p:grpSpPr>
          <a:xfrm>
            <a:off x="2659264" y="41812"/>
            <a:ext cx="5800980" cy="6474998"/>
            <a:chOff x="2659264" y="41812"/>
            <a:chExt cx="5800980" cy="6474998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8AB6E43D-1B78-F7B3-9FFB-25800C047D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98022" y="45561"/>
              <a:ext cx="2261610" cy="2808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4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blipFill>
                  <a:blip r:embed="rId2"/>
                  <a:stretch>
                    <a:fillRect t="-8696" b="-2608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C8A78E32-04A7-E64B-E267-143E4CBF70B0}"/>
                </a:ext>
              </a:extLst>
            </p:cNvPr>
            <p:cNvGrpSpPr/>
            <p:nvPr/>
          </p:nvGrpSpPr>
          <p:grpSpPr>
            <a:xfrm>
              <a:off x="2659264" y="333174"/>
              <a:ext cx="5800980" cy="6183636"/>
              <a:chOff x="2659264" y="333174"/>
              <a:chExt cx="5800980" cy="61836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24FB06D-7E62-768A-0952-E41CB5A09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/>
              <a:stretch>
                <a:fillRect/>
              </a:stretch>
            </p:blipFill>
            <p:spPr>
              <a:xfrm>
                <a:off x="2715799" y="333585"/>
                <a:ext cx="2821665" cy="1990841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EAED6F3C-75D3-F18B-2A8D-C4B99523B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333584"/>
                <a:ext cx="2823419" cy="199084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1A501BD-4305-CE30-D04C-3AB1B54AFF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6044"/>
              <a:stretch>
                <a:fillRect/>
              </a:stretch>
            </p:blipFill>
            <p:spPr>
              <a:xfrm>
                <a:off x="2714045" y="2402557"/>
                <a:ext cx="2823419" cy="1990843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3C86BD2-3262-9374-099E-3B688EB15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87"/>
              <a:stretch>
                <a:fillRect/>
              </a:stretch>
            </p:blipFill>
            <p:spPr>
              <a:xfrm>
                <a:off x="5589329" y="2404342"/>
                <a:ext cx="2823419" cy="1989058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E771361-BEAD-5AF4-922A-96E408933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4471533"/>
                <a:ext cx="2823419" cy="1990844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F80EBF0-1D33-E466-7E60-B11A02B228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896"/>
              <a:stretch>
                <a:fillRect/>
              </a:stretch>
            </p:blipFill>
            <p:spPr>
              <a:xfrm>
                <a:off x="2713052" y="4471532"/>
                <a:ext cx="2823007" cy="1990845"/>
              </a:xfrm>
              <a:prstGeom prst="rect">
                <a:avLst/>
              </a:prstGeom>
            </p:spPr>
          </p:pic>
          <p:sp>
            <p:nvSpPr>
              <p:cNvPr id="39" name="Text Box 2">
                <a:extLst>
                  <a:ext uri="{FF2B5EF4-FFF2-40B4-BE49-F238E27FC236}">
                    <a16:creationId xmlns:a16="http://schemas.microsoft.com/office/drawing/2014/main" id="{A875E46C-B5B9-498F-7902-44346FA2EE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335566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A8147D-A081-CD7F-B250-BF9C7098027F}"/>
                  </a:ext>
                </a:extLst>
              </p:cNvPr>
              <p:cNvSpPr/>
              <p:nvPr/>
            </p:nvSpPr>
            <p:spPr>
              <a:xfrm>
                <a:off x="2836059" y="2221379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E94AED0-8AA9-17D2-0280-AD39E981946F}"/>
                  </a:ext>
                </a:extLst>
              </p:cNvPr>
              <p:cNvSpPr/>
              <p:nvPr/>
            </p:nvSpPr>
            <p:spPr>
              <a:xfrm>
                <a:off x="3060244" y="4310270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DD1C58C-94B1-3DE5-C22C-A0F02575C1EB}"/>
                  </a:ext>
                </a:extLst>
              </p:cNvPr>
              <p:cNvSpPr/>
              <p:nvPr/>
            </p:nvSpPr>
            <p:spPr>
              <a:xfrm>
                <a:off x="3060244" y="6379245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47A7EF5D-DCFD-553F-BB4C-0A712C5CD4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2162003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65623F47-A8D3-A29F-F565-FE2C0A32F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4232514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C21BBE95-1A01-3E25-D39E-AE36E75AE02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628423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2E8DF09B-3A29-B7F2-BF6E-0EF1895CEF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5810" y="628064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1" name="Text Box 2">
                <a:extLst>
                  <a:ext uri="{FF2B5EF4-FFF2-40B4-BE49-F238E27FC236}">
                    <a16:creationId xmlns:a16="http://schemas.microsoft.com/office/drawing/2014/main" id="{BC6CEAC4-0A63-5015-9812-2360877D3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4317" y="4226698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904FCF01-4AE5-EBD6-F862-0DC7AF6C82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2912" y="2156172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CACB493-D04E-A4F8-9DF8-AEED30BD7B6C}"/>
                  </a:ext>
                </a:extLst>
              </p:cNvPr>
              <p:cNvSpPr/>
              <p:nvPr/>
            </p:nvSpPr>
            <p:spPr>
              <a:xfrm rot="16200000">
                <a:off x="2418116" y="989666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1904269-9795-4D78-ED89-0BC3987472B5}"/>
                  </a:ext>
                </a:extLst>
              </p:cNvPr>
              <p:cNvSpPr/>
              <p:nvPr/>
            </p:nvSpPr>
            <p:spPr>
              <a:xfrm rot="16200000">
                <a:off x="2564971" y="3208906"/>
                <a:ext cx="502256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EEFE5-6A4E-AB9A-E237-EB8452960D52}"/>
                  </a:ext>
                </a:extLst>
              </p:cNvPr>
              <p:cNvSpPr/>
              <p:nvPr/>
            </p:nvSpPr>
            <p:spPr>
              <a:xfrm rot="16200000">
                <a:off x="2561481" y="5213250"/>
                <a:ext cx="396345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0D1B2D8-D30A-C67E-40ED-B41AD462018A}"/>
                  </a:ext>
                </a:extLst>
              </p:cNvPr>
              <p:cNvSpPr/>
              <p:nvPr/>
            </p:nvSpPr>
            <p:spPr>
              <a:xfrm rot="16200000">
                <a:off x="5402301" y="5216567"/>
                <a:ext cx="32747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7F1B7DAE-1512-295C-59D1-4E7BC56E5EE1}"/>
                  </a:ext>
                </a:extLst>
              </p:cNvPr>
              <p:cNvSpPr/>
              <p:nvPr/>
            </p:nvSpPr>
            <p:spPr>
              <a:xfrm rot="16200000">
                <a:off x="5291367" y="1102925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EB08C357-EF1B-F1B9-9323-6F825B0FBEA4}"/>
                  </a:ext>
                </a:extLst>
              </p:cNvPr>
              <p:cNvSpPr/>
              <p:nvPr/>
            </p:nvSpPr>
            <p:spPr>
              <a:xfrm rot="16200000">
                <a:off x="5320532" y="3369284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E646473-771A-DC53-A2CB-9E8EE0C8EB57}"/>
                  </a:ext>
                </a:extLst>
              </p:cNvPr>
              <p:cNvSpPr/>
              <p:nvPr/>
            </p:nvSpPr>
            <p:spPr>
              <a:xfrm rot="16200000">
                <a:off x="5401406" y="5264774"/>
                <a:ext cx="49939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84D64FCC-E4A7-95CA-6A94-C75DC6B357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1116831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55" name="Text Box 2">
                <a:extLst>
                  <a:ext uri="{FF2B5EF4-FFF2-40B4-BE49-F238E27FC236}">
                    <a16:creationId xmlns:a16="http://schemas.microsoft.com/office/drawing/2014/main" id="{34880A58-5117-23E8-93C5-AE01993D0B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317449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56" name="Text Box 2">
                <a:extLst>
                  <a:ext uri="{FF2B5EF4-FFF2-40B4-BE49-F238E27FC236}">
                    <a16:creationId xmlns:a16="http://schemas.microsoft.com/office/drawing/2014/main" id="{A619CAAF-0065-8636-2213-424C0DA8A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63240" y="524570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1" name="Text Box 2">
                <a:extLst>
                  <a:ext uri="{FF2B5EF4-FFF2-40B4-BE49-F238E27FC236}">
                    <a16:creationId xmlns:a16="http://schemas.microsoft.com/office/drawing/2014/main" id="{DB6243F5-505A-604C-BEE1-B891AB1872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87929" y="317449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62" name="Text Box 2">
                <a:extLst>
                  <a:ext uri="{FF2B5EF4-FFF2-40B4-BE49-F238E27FC236}">
                    <a16:creationId xmlns:a16="http://schemas.microsoft.com/office/drawing/2014/main" id="{A1F961E9-352D-4D64-B317-59B52B1326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79211" y="524570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D7C3BD7F-9EB1-37C8-F50D-78A3E5ABCE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97455" y="1116832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66" name="Text Box 2">
                <a:extLst>
                  <a:ext uri="{FF2B5EF4-FFF2-40B4-BE49-F238E27FC236}">
                    <a16:creationId xmlns:a16="http://schemas.microsoft.com/office/drawing/2014/main" id="{78FB7405-0026-F4AC-A042-E9AF5ED1D2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333174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  <p:sp>
            <p:nvSpPr>
              <p:cNvPr id="114" name="Text Box 2">
                <a:extLst>
                  <a:ext uri="{FF2B5EF4-FFF2-40B4-BE49-F238E27FC236}">
                    <a16:creationId xmlns:a16="http://schemas.microsoft.com/office/drawing/2014/main" id="{00DEFCA7-B487-367B-A0DE-5CE9222A0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2411450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(c)</a:t>
                </a:r>
              </a:p>
            </p:txBody>
          </p:sp>
          <p:sp>
            <p:nvSpPr>
              <p:cNvPr id="116" name="Text Box 2">
                <a:extLst>
                  <a:ext uri="{FF2B5EF4-FFF2-40B4-BE49-F238E27FC236}">
                    <a16:creationId xmlns:a16="http://schemas.microsoft.com/office/drawing/2014/main" id="{5E2A3004-D094-FC17-B539-602F8ED850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2409058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(d)</a:t>
                </a:r>
              </a:p>
            </p:txBody>
          </p:sp>
          <p:sp>
            <p:nvSpPr>
              <p:cNvPr id="117" name="Text Box 2">
                <a:extLst>
                  <a:ext uri="{FF2B5EF4-FFF2-40B4-BE49-F238E27FC236}">
                    <a16:creationId xmlns:a16="http://schemas.microsoft.com/office/drawing/2014/main" id="{50218870-2094-A98E-733B-EF59816B58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35436" y="4488037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(e)</a:t>
                </a:r>
              </a:p>
            </p:txBody>
          </p:sp>
          <p:sp>
            <p:nvSpPr>
              <p:cNvPr id="119" name="Text Box 2">
                <a:extLst>
                  <a:ext uri="{FF2B5EF4-FFF2-40B4-BE49-F238E27FC236}">
                    <a16:creationId xmlns:a16="http://schemas.microsoft.com/office/drawing/2014/main" id="{F3BC6548-65E4-9E38-4302-C416CA37B6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0605" y="4485645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(f)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7E11F2-F6F8-EC33-1463-A6570F3E1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8" t="10142" r="8060" b="2402"/>
          <a:stretch>
            <a:fillRect/>
          </a:stretch>
        </p:blipFill>
        <p:spPr>
          <a:xfrm>
            <a:off x="2592244" y="1410917"/>
            <a:ext cx="6336000" cy="36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93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D7C3D3F-355D-8F06-AD0A-752E8562CEF6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350597"/>
            <a:ext cx="11520488" cy="5967826"/>
            <a:chOff x="0" y="350597"/>
            <a:chExt cx="11520488" cy="596782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12783E-2DD0-AB4D-183E-567015E7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0" y="350597"/>
              <a:ext cx="5760157" cy="5967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1A7895-8690-896A-94DB-8F1C03839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5760332" y="350598"/>
              <a:ext cx="5760156" cy="596782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232E6D09-CCE3-547C-6D21-C1F79E10BB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428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3D24B2A9-4A32-BDD4-D30D-A59B67EF8A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5584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365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89F9198-E4E4-F2C0-5E26-BF8FE82FB924}"/>
              </a:ext>
            </a:extLst>
          </p:cNvPr>
          <p:cNvGrpSpPr/>
          <p:nvPr/>
        </p:nvGrpSpPr>
        <p:grpSpPr>
          <a:xfrm>
            <a:off x="0" y="477795"/>
            <a:ext cx="11520400" cy="5873578"/>
            <a:chOff x="0" y="477795"/>
            <a:chExt cx="11520400" cy="587357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34485ED-4F31-62DF-1F19-734EC9DA6CE7}"/>
                </a:ext>
              </a:extLst>
            </p:cNvPr>
            <p:cNvGrpSpPr/>
            <p:nvPr/>
          </p:nvGrpSpPr>
          <p:grpSpPr>
            <a:xfrm>
              <a:off x="0" y="477795"/>
              <a:ext cx="11520400" cy="5873578"/>
              <a:chOff x="0" y="477795"/>
              <a:chExt cx="11520400" cy="587357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2867825-1437-0F2A-1EBF-3ADEAE478A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373" b="1987"/>
              <a:stretch>
                <a:fillRect/>
              </a:stretch>
            </p:blipFill>
            <p:spPr>
              <a:xfrm>
                <a:off x="0" y="477795"/>
                <a:ext cx="5760156" cy="5873578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61A9501-37F9-C70E-9BBA-CC88981890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373" b="1987"/>
              <a:stretch>
                <a:fillRect/>
              </a:stretch>
            </p:blipFill>
            <p:spPr>
              <a:xfrm>
                <a:off x="5760244" y="477795"/>
                <a:ext cx="5760156" cy="5873578"/>
              </a:xfrm>
              <a:prstGeom prst="rect">
                <a:avLst/>
              </a:prstGeom>
            </p:spPr>
          </p:pic>
        </p:grpSp>
        <p:sp>
          <p:nvSpPr>
            <p:cNvPr id="8" name="Text Box 2">
              <a:extLst>
                <a:ext uri="{FF2B5EF4-FFF2-40B4-BE49-F238E27FC236}">
                  <a16:creationId xmlns:a16="http://schemas.microsoft.com/office/drawing/2014/main" id="{70149702-97ED-E98E-14EE-DFD5B12AEF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2476" y="770745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10" name="Text Box 2">
              <a:extLst>
                <a:ext uri="{FF2B5EF4-FFF2-40B4-BE49-F238E27FC236}">
                  <a16:creationId xmlns:a16="http://schemas.microsoft.com/office/drawing/2014/main" id="{65010F39-637B-260B-C87B-B62431759E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82632" y="770745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1930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B42C72-C724-387C-7232-EDC5BC6BF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7" t="6737" r="6827" b="2242"/>
          <a:stretch>
            <a:fillRect/>
          </a:stretch>
        </p:blipFill>
        <p:spPr>
          <a:xfrm>
            <a:off x="295918" y="0"/>
            <a:ext cx="10928651" cy="648017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4A7CCB5-C84D-A601-450B-F12993D6396C}"/>
              </a:ext>
            </a:extLst>
          </p:cNvPr>
          <p:cNvCxnSpPr>
            <a:cxnSpLocks/>
          </p:cNvCxnSpPr>
          <p:nvPr/>
        </p:nvCxnSpPr>
        <p:spPr>
          <a:xfrm>
            <a:off x="5107459" y="2339550"/>
            <a:ext cx="247959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BE7C5D5-DCB4-D26A-F237-80C8449E3B05}"/>
              </a:ext>
            </a:extLst>
          </p:cNvPr>
          <p:cNvSpPr txBox="1"/>
          <p:nvPr/>
        </p:nvSpPr>
        <p:spPr>
          <a:xfrm>
            <a:off x="5172161" y="1961980"/>
            <a:ext cx="230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reflection region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888CE41-AA6E-7058-05B4-F2116C543D0A}"/>
              </a:ext>
            </a:extLst>
          </p:cNvPr>
          <p:cNvCxnSpPr>
            <a:cxnSpLocks/>
          </p:cNvCxnSpPr>
          <p:nvPr/>
        </p:nvCxnSpPr>
        <p:spPr>
          <a:xfrm>
            <a:off x="7681783" y="5840863"/>
            <a:ext cx="3101547" cy="0"/>
          </a:xfrm>
          <a:prstGeom prst="straightConnector1">
            <a:avLst/>
          </a:prstGeom>
          <a:ln w="38100">
            <a:solidFill>
              <a:srgbClr val="77037A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1CF54C-DE11-1E8D-A31E-BBF0A46D2D53}"/>
              </a:ext>
            </a:extLst>
          </p:cNvPr>
          <p:cNvCxnSpPr>
            <a:cxnSpLocks/>
          </p:cNvCxnSpPr>
          <p:nvPr/>
        </p:nvCxnSpPr>
        <p:spPr>
          <a:xfrm>
            <a:off x="1029730" y="5845279"/>
            <a:ext cx="4011825" cy="0"/>
          </a:xfrm>
          <a:prstGeom prst="straightConnector1">
            <a:avLst/>
          </a:prstGeom>
          <a:ln w="38100">
            <a:solidFill>
              <a:srgbClr val="00FBFB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70E0D36-057B-2719-14B1-A6C7697893BF}"/>
              </a:ext>
            </a:extLst>
          </p:cNvPr>
          <p:cNvSpPr txBox="1"/>
          <p:nvPr/>
        </p:nvSpPr>
        <p:spPr>
          <a:xfrm>
            <a:off x="3267725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FBFB"/>
                </a:solidFill>
              </a:rPr>
              <a:t>Stable AR-region</a:t>
            </a:r>
            <a:endParaRPr lang="en-GB" dirty="0">
              <a:solidFill>
                <a:srgbClr val="00FBFB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B8F35-CE45-505E-96D4-48AAC57ACD2C}"/>
              </a:ext>
            </a:extLst>
          </p:cNvPr>
          <p:cNvSpPr txBox="1"/>
          <p:nvPr/>
        </p:nvSpPr>
        <p:spPr>
          <a:xfrm>
            <a:off x="8079266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7037A"/>
                </a:solidFill>
              </a:rPr>
              <a:t>Stable AR-region</a:t>
            </a:r>
            <a:endParaRPr lang="en-GB" dirty="0">
              <a:solidFill>
                <a:srgbClr val="77037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3740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1789275" y="808241"/>
            <a:ext cx="4105465" cy="4861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497373" y="812525"/>
            <a:ext cx="3971772" cy="485762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43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48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3247154" y="2334439"/>
            <a:ext cx="5026185" cy="1749156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2853" y="2444797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5861" y="2431709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0662" y="2780896"/>
            <a:ext cx="636317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8359" y="2951178"/>
            <a:ext cx="461713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4171368" y="1908531"/>
            <a:ext cx="2905256" cy="18624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3473382" y="1673716"/>
            <a:ext cx="5119440" cy="1913715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 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86313B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048" y="1847235"/>
            <a:ext cx="90501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0.53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5144" y="2349479"/>
            <a:ext cx="89827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8757" y="174103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1738" y="1737665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3445606" y="2653495"/>
            <a:ext cx="2473450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5809969" y="2653495"/>
            <a:ext cx="2443358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842" y="285346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5206" y="2854358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24573" y="1870024"/>
            <a:ext cx="2542523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657643" y="1870025"/>
            <a:ext cx="1269035" cy="1280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501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0225" y="2615243"/>
            <a:ext cx="2480509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9239" y="3877271"/>
            <a:ext cx="1058029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499238" y="3917358"/>
            <a:ext cx="81003" cy="49502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1442" y="1266036"/>
            <a:ext cx="3509428" cy="3948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70870" y="1266036"/>
            <a:ext cx="3509428" cy="3948105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426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2853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431" y="1266036"/>
            <a:ext cx="3513813" cy="3948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2438" y="1266036"/>
            <a:ext cx="3509428" cy="3948105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948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4421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816870" y="2122257"/>
            <a:ext cx="3886754" cy="1198833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noAutofit/>
              </a:bodyPr>
              <a:lstStyle/>
              <a:p>
                <a:r>
                  <a:rPr lang="en-US" sz="708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708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8641</TotalTime>
  <Words>467</Words>
  <Application>Microsoft Office PowerPoint</Application>
  <PresentationFormat>Custom</PresentationFormat>
  <Paragraphs>150</Paragraphs>
  <Slides>25</Slides>
  <Notes>1</Notes>
  <HiddenSlides>12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52</cp:revision>
  <dcterms:created xsi:type="dcterms:W3CDTF">2026-01-12T00:22:11Z</dcterms:created>
  <dcterms:modified xsi:type="dcterms:W3CDTF">2026-08-08T14:52:25Z</dcterms:modified>
</cp:coreProperties>
</file>
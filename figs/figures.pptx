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24"/>
  </p:notesMasterIdLst>
  <p:handoutMasterIdLst>
    <p:handoutMasterId r:id="rId25"/>
  </p:handoutMasterIdLst>
  <p:sldIdLst>
    <p:sldId id="285" r:id="rId2"/>
    <p:sldId id="286" r:id="rId3"/>
    <p:sldId id="287" r:id="rId4"/>
    <p:sldId id="288" r:id="rId5"/>
    <p:sldId id="289" r:id="rId6"/>
    <p:sldId id="290" r:id="rId7"/>
    <p:sldId id="293" r:id="rId8"/>
    <p:sldId id="292" r:id="rId9"/>
    <p:sldId id="274" r:id="rId10"/>
    <p:sldId id="284" r:id="rId11"/>
    <p:sldId id="279" r:id="rId12"/>
    <p:sldId id="280" r:id="rId13"/>
    <p:sldId id="273" r:id="rId14"/>
    <p:sldId id="256" r:id="rId15"/>
    <p:sldId id="257" r:id="rId16"/>
    <p:sldId id="258" r:id="rId17"/>
    <p:sldId id="260" r:id="rId18"/>
    <p:sldId id="261" r:id="rId19"/>
    <p:sldId id="262" r:id="rId20"/>
    <p:sldId id="264" r:id="rId21"/>
    <p:sldId id="265" r:id="rId22"/>
    <p:sldId id="259" r:id="rId23"/>
  </p:sldIdLst>
  <p:sldSz cx="11520488" cy="64801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41" userDrawn="1">
          <p15:clr>
            <a:srgbClr val="A4A3A4"/>
          </p15:clr>
        </p15:guide>
        <p15:guide id="2" pos="362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F50000"/>
    <a:srgbClr val="0000F7"/>
    <a:srgbClr val="1212FF"/>
    <a:srgbClr val="FFAF24"/>
    <a:srgbClr val="6A6AFF"/>
    <a:srgbClr val="BBBB00"/>
    <a:srgbClr val="12512A"/>
    <a:srgbClr val="86313B"/>
    <a:srgbClr val="65000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08" autoAdjust="0"/>
    <p:restoredTop sz="94044" autoAdjust="0"/>
  </p:normalViewPr>
  <p:slideViewPr>
    <p:cSldViewPr snapToGrid="0">
      <p:cViewPr>
        <p:scale>
          <a:sx n="100" d="100"/>
          <a:sy n="100" d="100"/>
        </p:scale>
        <p:origin x="1026" y="426"/>
      </p:cViewPr>
      <p:guideLst>
        <p:guide orient="horz" pos="2041"/>
        <p:guide pos="3629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9" d="100"/>
          <a:sy n="89" d="100"/>
        </p:scale>
        <p:origin x="3630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7A9345C-020D-ABD5-27C2-44264CAF8BB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8C4975B-624B-BFE2-BEE9-76A217D45DF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EB2F41-9719-4AEE-BEDF-5036ADBCF7E1}" type="datetimeFigureOut">
              <a:rPr lang="en-GB" smtClean="0"/>
              <a:t>06/07/2026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0FAA64-9A0D-C70F-B287-FC42EC55AB1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93FC8A-0031-6229-3DBE-4B54C788E0A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2036D3-6882-4411-8C69-A7F4647929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55532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D6ECBE-534E-4AEE-8ADA-897E2D67A90F}" type="datetimeFigureOut">
              <a:rPr lang="en-GB" smtClean="0"/>
              <a:t>06/07/2026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090B90-D4C3-44FA-A94E-B53CE27CF91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69459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863821" rtl="0" eaLnBrk="1" latinLnBrk="0" hangingPunct="1">
      <a:defRPr sz="1134" kern="1200">
        <a:solidFill>
          <a:schemeClr val="tx1"/>
        </a:solidFill>
        <a:latin typeface="+mn-lt"/>
        <a:ea typeface="+mn-ea"/>
        <a:cs typeface="+mn-cs"/>
      </a:defRPr>
    </a:lvl1pPr>
    <a:lvl2pPr marL="431910" algn="l" defTabSz="863821" rtl="0" eaLnBrk="1" latinLnBrk="0" hangingPunct="1">
      <a:defRPr sz="1134" kern="1200">
        <a:solidFill>
          <a:schemeClr val="tx1"/>
        </a:solidFill>
        <a:latin typeface="+mn-lt"/>
        <a:ea typeface="+mn-ea"/>
        <a:cs typeface="+mn-cs"/>
      </a:defRPr>
    </a:lvl2pPr>
    <a:lvl3pPr marL="863821" algn="l" defTabSz="863821" rtl="0" eaLnBrk="1" latinLnBrk="0" hangingPunct="1">
      <a:defRPr sz="1134" kern="1200">
        <a:solidFill>
          <a:schemeClr val="tx1"/>
        </a:solidFill>
        <a:latin typeface="+mn-lt"/>
        <a:ea typeface="+mn-ea"/>
        <a:cs typeface="+mn-cs"/>
      </a:defRPr>
    </a:lvl3pPr>
    <a:lvl4pPr marL="1295732" algn="l" defTabSz="863821" rtl="0" eaLnBrk="1" latinLnBrk="0" hangingPunct="1">
      <a:defRPr sz="1134" kern="1200">
        <a:solidFill>
          <a:schemeClr val="tx1"/>
        </a:solidFill>
        <a:latin typeface="+mn-lt"/>
        <a:ea typeface="+mn-ea"/>
        <a:cs typeface="+mn-cs"/>
      </a:defRPr>
    </a:lvl4pPr>
    <a:lvl5pPr marL="1727644" algn="l" defTabSz="863821" rtl="0" eaLnBrk="1" latinLnBrk="0" hangingPunct="1">
      <a:defRPr sz="1134" kern="1200">
        <a:solidFill>
          <a:schemeClr val="tx1"/>
        </a:solidFill>
        <a:latin typeface="+mn-lt"/>
        <a:ea typeface="+mn-ea"/>
        <a:cs typeface="+mn-cs"/>
      </a:defRPr>
    </a:lvl5pPr>
    <a:lvl6pPr marL="2159554" algn="l" defTabSz="863821" rtl="0" eaLnBrk="1" latinLnBrk="0" hangingPunct="1">
      <a:defRPr sz="1134" kern="1200">
        <a:solidFill>
          <a:schemeClr val="tx1"/>
        </a:solidFill>
        <a:latin typeface="+mn-lt"/>
        <a:ea typeface="+mn-ea"/>
        <a:cs typeface="+mn-cs"/>
      </a:defRPr>
    </a:lvl6pPr>
    <a:lvl7pPr marL="2591464" algn="l" defTabSz="863821" rtl="0" eaLnBrk="1" latinLnBrk="0" hangingPunct="1">
      <a:defRPr sz="1134" kern="1200">
        <a:solidFill>
          <a:schemeClr val="tx1"/>
        </a:solidFill>
        <a:latin typeface="+mn-lt"/>
        <a:ea typeface="+mn-ea"/>
        <a:cs typeface="+mn-cs"/>
      </a:defRPr>
    </a:lvl7pPr>
    <a:lvl8pPr marL="3023374" algn="l" defTabSz="863821" rtl="0" eaLnBrk="1" latinLnBrk="0" hangingPunct="1">
      <a:defRPr sz="1134" kern="1200">
        <a:solidFill>
          <a:schemeClr val="tx1"/>
        </a:solidFill>
        <a:latin typeface="+mn-lt"/>
        <a:ea typeface="+mn-ea"/>
        <a:cs typeface="+mn-cs"/>
      </a:defRPr>
    </a:lvl8pPr>
    <a:lvl9pPr marL="3455286" algn="l" defTabSz="863821" rtl="0" eaLnBrk="1" latinLnBrk="0" hangingPunct="1">
      <a:defRPr sz="1134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090B90-D4C3-44FA-A94E-B53CE27CF91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9257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40061" y="1060529"/>
            <a:ext cx="8640366" cy="2256061"/>
          </a:xfrm>
        </p:spPr>
        <p:txBody>
          <a:bodyPr anchor="b"/>
          <a:lstStyle>
            <a:lvl1pPr algn="ctr">
              <a:defRPr sz="566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40061" y="3403592"/>
            <a:ext cx="8640366" cy="1564542"/>
          </a:xfrm>
        </p:spPr>
        <p:txBody>
          <a:bodyPr/>
          <a:lstStyle>
            <a:lvl1pPr marL="0" indent="0" algn="ctr">
              <a:buNone/>
              <a:defRPr sz="2268"/>
            </a:lvl1pPr>
            <a:lvl2pPr marL="432008" indent="0" algn="ctr">
              <a:buNone/>
              <a:defRPr sz="1890"/>
            </a:lvl2pPr>
            <a:lvl3pPr marL="864017" indent="0" algn="ctr">
              <a:buNone/>
              <a:defRPr sz="1701"/>
            </a:lvl3pPr>
            <a:lvl4pPr marL="1296025" indent="0" algn="ctr">
              <a:buNone/>
              <a:defRPr sz="1512"/>
            </a:lvl4pPr>
            <a:lvl5pPr marL="1728033" indent="0" algn="ctr">
              <a:buNone/>
              <a:defRPr sz="1512"/>
            </a:lvl5pPr>
            <a:lvl6pPr marL="2160041" indent="0" algn="ctr">
              <a:buNone/>
              <a:defRPr sz="1512"/>
            </a:lvl6pPr>
            <a:lvl7pPr marL="2592050" indent="0" algn="ctr">
              <a:buNone/>
              <a:defRPr sz="1512"/>
            </a:lvl7pPr>
            <a:lvl8pPr marL="3024058" indent="0" algn="ctr">
              <a:buNone/>
              <a:defRPr sz="1512"/>
            </a:lvl8pPr>
            <a:lvl9pPr marL="3456066" indent="0" algn="ctr">
              <a:buNone/>
              <a:defRPr sz="1512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06/07/2026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02218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06/07/2026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14845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6033" y="1615545"/>
            <a:ext cx="9936421" cy="2695572"/>
          </a:xfrm>
        </p:spPr>
        <p:txBody>
          <a:bodyPr anchor="b"/>
          <a:lstStyle>
            <a:lvl1pPr>
              <a:defRPr sz="566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6033" y="4336618"/>
            <a:ext cx="9936421" cy="1417538"/>
          </a:xfrm>
        </p:spPr>
        <p:txBody>
          <a:bodyPr/>
          <a:lstStyle>
            <a:lvl1pPr marL="0" indent="0">
              <a:buNone/>
              <a:defRPr sz="2268">
                <a:solidFill>
                  <a:schemeClr val="tx1">
                    <a:tint val="82000"/>
                  </a:schemeClr>
                </a:solidFill>
              </a:defRPr>
            </a:lvl1pPr>
            <a:lvl2pPr marL="432008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2pPr>
            <a:lvl3pPr marL="864017" indent="0">
              <a:buNone/>
              <a:defRPr sz="1701">
                <a:solidFill>
                  <a:schemeClr val="tx1">
                    <a:tint val="82000"/>
                  </a:schemeClr>
                </a:solidFill>
              </a:defRPr>
            </a:lvl3pPr>
            <a:lvl4pPr marL="1296025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4pPr>
            <a:lvl5pPr marL="1728033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5pPr>
            <a:lvl6pPr marL="2160041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6pPr>
            <a:lvl7pPr marL="2592050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7pPr>
            <a:lvl8pPr marL="3024058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8pPr>
            <a:lvl9pPr marL="3456066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06/07/2026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034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92034" y="1725046"/>
            <a:ext cx="4896207" cy="41116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32247" y="1725046"/>
            <a:ext cx="4896207" cy="41116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06/07/2026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4244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3534" y="345010"/>
            <a:ext cx="9936421" cy="125253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93535" y="1588543"/>
            <a:ext cx="4873706" cy="778521"/>
          </a:xfrm>
        </p:spPr>
        <p:txBody>
          <a:bodyPr anchor="b"/>
          <a:lstStyle>
            <a:lvl1pPr marL="0" indent="0">
              <a:buNone/>
              <a:defRPr sz="2268" b="1"/>
            </a:lvl1pPr>
            <a:lvl2pPr marL="432008" indent="0">
              <a:buNone/>
              <a:defRPr sz="1890" b="1"/>
            </a:lvl2pPr>
            <a:lvl3pPr marL="864017" indent="0">
              <a:buNone/>
              <a:defRPr sz="1701" b="1"/>
            </a:lvl3pPr>
            <a:lvl4pPr marL="1296025" indent="0">
              <a:buNone/>
              <a:defRPr sz="1512" b="1"/>
            </a:lvl4pPr>
            <a:lvl5pPr marL="1728033" indent="0">
              <a:buNone/>
              <a:defRPr sz="1512" b="1"/>
            </a:lvl5pPr>
            <a:lvl6pPr marL="2160041" indent="0">
              <a:buNone/>
              <a:defRPr sz="1512" b="1"/>
            </a:lvl6pPr>
            <a:lvl7pPr marL="2592050" indent="0">
              <a:buNone/>
              <a:defRPr sz="1512" b="1"/>
            </a:lvl7pPr>
            <a:lvl8pPr marL="3024058" indent="0">
              <a:buNone/>
              <a:defRPr sz="1512" b="1"/>
            </a:lvl8pPr>
            <a:lvl9pPr marL="3456066" indent="0">
              <a:buNone/>
              <a:defRPr sz="151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3535" y="2367064"/>
            <a:ext cx="4873706" cy="34815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32247" y="1588543"/>
            <a:ext cx="4897708" cy="778521"/>
          </a:xfrm>
        </p:spPr>
        <p:txBody>
          <a:bodyPr anchor="b"/>
          <a:lstStyle>
            <a:lvl1pPr marL="0" indent="0">
              <a:buNone/>
              <a:defRPr sz="2268" b="1"/>
            </a:lvl1pPr>
            <a:lvl2pPr marL="432008" indent="0">
              <a:buNone/>
              <a:defRPr sz="1890" b="1"/>
            </a:lvl2pPr>
            <a:lvl3pPr marL="864017" indent="0">
              <a:buNone/>
              <a:defRPr sz="1701" b="1"/>
            </a:lvl3pPr>
            <a:lvl4pPr marL="1296025" indent="0">
              <a:buNone/>
              <a:defRPr sz="1512" b="1"/>
            </a:lvl4pPr>
            <a:lvl5pPr marL="1728033" indent="0">
              <a:buNone/>
              <a:defRPr sz="1512" b="1"/>
            </a:lvl5pPr>
            <a:lvl6pPr marL="2160041" indent="0">
              <a:buNone/>
              <a:defRPr sz="1512" b="1"/>
            </a:lvl6pPr>
            <a:lvl7pPr marL="2592050" indent="0">
              <a:buNone/>
              <a:defRPr sz="1512" b="1"/>
            </a:lvl7pPr>
            <a:lvl8pPr marL="3024058" indent="0">
              <a:buNone/>
              <a:defRPr sz="1512" b="1"/>
            </a:lvl8pPr>
            <a:lvl9pPr marL="3456066" indent="0">
              <a:buNone/>
              <a:defRPr sz="151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32247" y="2367064"/>
            <a:ext cx="4897708" cy="34815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06/07/2026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63644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06/07/2026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684450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06/07/2026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986601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3535" y="432012"/>
            <a:ext cx="3715657" cy="1512041"/>
          </a:xfrm>
        </p:spPr>
        <p:txBody>
          <a:bodyPr anchor="b"/>
          <a:lstStyle>
            <a:lvl1pPr>
              <a:defRPr sz="302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97708" y="933026"/>
            <a:ext cx="5832247" cy="4605124"/>
          </a:xfrm>
        </p:spPr>
        <p:txBody>
          <a:bodyPr/>
          <a:lstStyle>
            <a:lvl1pPr>
              <a:defRPr sz="3024"/>
            </a:lvl1pPr>
            <a:lvl2pPr>
              <a:defRPr sz="2646"/>
            </a:lvl2pPr>
            <a:lvl3pPr>
              <a:defRPr sz="2268"/>
            </a:lvl3pPr>
            <a:lvl4pPr>
              <a:defRPr sz="1890"/>
            </a:lvl4pPr>
            <a:lvl5pPr>
              <a:defRPr sz="1890"/>
            </a:lvl5pPr>
            <a:lvl6pPr>
              <a:defRPr sz="1890"/>
            </a:lvl6pPr>
            <a:lvl7pPr>
              <a:defRPr sz="1890"/>
            </a:lvl7pPr>
            <a:lvl8pPr>
              <a:defRPr sz="1890"/>
            </a:lvl8pPr>
            <a:lvl9pPr>
              <a:defRPr sz="189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93535" y="1944052"/>
            <a:ext cx="3715657" cy="3601598"/>
          </a:xfrm>
        </p:spPr>
        <p:txBody>
          <a:bodyPr/>
          <a:lstStyle>
            <a:lvl1pPr marL="0" indent="0">
              <a:buNone/>
              <a:defRPr sz="1512"/>
            </a:lvl1pPr>
            <a:lvl2pPr marL="432008" indent="0">
              <a:buNone/>
              <a:defRPr sz="1323"/>
            </a:lvl2pPr>
            <a:lvl3pPr marL="864017" indent="0">
              <a:buNone/>
              <a:defRPr sz="1134"/>
            </a:lvl3pPr>
            <a:lvl4pPr marL="1296025" indent="0">
              <a:buNone/>
              <a:defRPr sz="945"/>
            </a:lvl4pPr>
            <a:lvl5pPr marL="1728033" indent="0">
              <a:buNone/>
              <a:defRPr sz="945"/>
            </a:lvl5pPr>
            <a:lvl6pPr marL="2160041" indent="0">
              <a:buNone/>
              <a:defRPr sz="945"/>
            </a:lvl6pPr>
            <a:lvl7pPr marL="2592050" indent="0">
              <a:buNone/>
              <a:defRPr sz="945"/>
            </a:lvl7pPr>
            <a:lvl8pPr marL="3024058" indent="0">
              <a:buNone/>
              <a:defRPr sz="945"/>
            </a:lvl8pPr>
            <a:lvl9pPr marL="3456066" indent="0">
              <a:buNone/>
              <a:defRPr sz="94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06/07/2026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96546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3535" y="432012"/>
            <a:ext cx="3715657" cy="1512041"/>
          </a:xfrm>
        </p:spPr>
        <p:txBody>
          <a:bodyPr anchor="b"/>
          <a:lstStyle>
            <a:lvl1pPr>
              <a:defRPr sz="302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97708" y="933026"/>
            <a:ext cx="5832247" cy="4605124"/>
          </a:xfrm>
        </p:spPr>
        <p:txBody>
          <a:bodyPr anchor="t"/>
          <a:lstStyle>
            <a:lvl1pPr marL="0" indent="0">
              <a:buNone/>
              <a:defRPr sz="3024"/>
            </a:lvl1pPr>
            <a:lvl2pPr marL="432008" indent="0">
              <a:buNone/>
              <a:defRPr sz="2646"/>
            </a:lvl2pPr>
            <a:lvl3pPr marL="864017" indent="0">
              <a:buNone/>
              <a:defRPr sz="2268"/>
            </a:lvl3pPr>
            <a:lvl4pPr marL="1296025" indent="0">
              <a:buNone/>
              <a:defRPr sz="1890"/>
            </a:lvl4pPr>
            <a:lvl5pPr marL="1728033" indent="0">
              <a:buNone/>
              <a:defRPr sz="1890"/>
            </a:lvl5pPr>
            <a:lvl6pPr marL="2160041" indent="0">
              <a:buNone/>
              <a:defRPr sz="1890"/>
            </a:lvl6pPr>
            <a:lvl7pPr marL="2592050" indent="0">
              <a:buNone/>
              <a:defRPr sz="1890"/>
            </a:lvl7pPr>
            <a:lvl8pPr marL="3024058" indent="0">
              <a:buNone/>
              <a:defRPr sz="1890"/>
            </a:lvl8pPr>
            <a:lvl9pPr marL="3456066" indent="0">
              <a:buNone/>
              <a:defRPr sz="189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93535" y="1944052"/>
            <a:ext cx="3715657" cy="3601598"/>
          </a:xfrm>
        </p:spPr>
        <p:txBody>
          <a:bodyPr/>
          <a:lstStyle>
            <a:lvl1pPr marL="0" indent="0">
              <a:buNone/>
              <a:defRPr sz="1512"/>
            </a:lvl1pPr>
            <a:lvl2pPr marL="432008" indent="0">
              <a:buNone/>
              <a:defRPr sz="1323"/>
            </a:lvl2pPr>
            <a:lvl3pPr marL="864017" indent="0">
              <a:buNone/>
              <a:defRPr sz="1134"/>
            </a:lvl3pPr>
            <a:lvl4pPr marL="1296025" indent="0">
              <a:buNone/>
              <a:defRPr sz="945"/>
            </a:lvl4pPr>
            <a:lvl5pPr marL="1728033" indent="0">
              <a:buNone/>
              <a:defRPr sz="945"/>
            </a:lvl5pPr>
            <a:lvl6pPr marL="2160041" indent="0">
              <a:buNone/>
              <a:defRPr sz="945"/>
            </a:lvl6pPr>
            <a:lvl7pPr marL="2592050" indent="0">
              <a:buNone/>
              <a:defRPr sz="945"/>
            </a:lvl7pPr>
            <a:lvl8pPr marL="3024058" indent="0">
              <a:buNone/>
              <a:defRPr sz="945"/>
            </a:lvl8pPr>
            <a:lvl9pPr marL="3456066" indent="0">
              <a:buNone/>
              <a:defRPr sz="94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06/07/2026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20526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06/07/2026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96201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244349" y="345009"/>
            <a:ext cx="2484105" cy="549164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92033" y="345009"/>
            <a:ext cx="7308310" cy="549164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06/07/2026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893855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92034" y="345010"/>
            <a:ext cx="9936421" cy="12525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92034" y="1725046"/>
            <a:ext cx="9936421" cy="41116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92033" y="6006163"/>
            <a:ext cx="2592110" cy="3450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3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A190FC-D844-4E0A-A0A2-219D558319DC}" type="datetimeFigureOut">
              <a:rPr lang="en-GB" smtClean="0"/>
              <a:t>06/07/2026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16162" y="6006163"/>
            <a:ext cx="3888165" cy="3450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3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136345" y="6006163"/>
            <a:ext cx="2592110" cy="3450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3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83966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864017" rtl="0" eaLnBrk="1" latinLnBrk="0" hangingPunct="1">
        <a:lnSpc>
          <a:spcPct val="90000"/>
        </a:lnSpc>
        <a:spcBef>
          <a:spcPct val="0"/>
        </a:spcBef>
        <a:buNone/>
        <a:defRPr sz="415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16004" indent="-216004" algn="l" defTabSz="864017" rtl="0" eaLnBrk="1" latinLnBrk="0" hangingPunct="1">
        <a:lnSpc>
          <a:spcPct val="90000"/>
        </a:lnSpc>
        <a:spcBef>
          <a:spcPts val="945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1pPr>
      <a:lvl2pPr marL="648012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2268" kern="1200">
          <a:solidFill>
            <a:schemeClr val="tx1"/>
          </a:solidFill>
          <a:latin typeface="+mn-lt"/>
          <a:ea typeface="+mn-ea"/>
          <a:cs typeface="+mn-cs"/>
        </a:defRPr>
      </a:lvl2pPr>
      <a:lvl3pPr marL="1080021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3pPr>
      <a:lvl4pPr marL="1512029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4pPr>
      <a:lvl5pPr marL="1944037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5pPr>
      <a:lvl6pPr marL="2376046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6pPr>
      <a:lvl7pPr marL="2808054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7pPr>
      <a:lvl8pPr marL="3240062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8pPr>
      <a:lvl9pPr marL="3672070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1pPr>
      <a:lvl2pPr marL="432008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2pPr>
      <a:lvl3pPr marL="864017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3pPr>
      <a:lvl4pPr marL="1296025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4pPr>
      <a:lvl5pPr marL="1728033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5pPr>
      <a:lvl6pPr marL="2160041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6pPr>
      <a:lvl7pPr marL="2592050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7pPr>
      <a:lvl8pPr marL="3024058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8pPr>
      <a:lvl9pPr marL="3456066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jpg"/><Relationship Id="rId3" Type="http://schemas.openxmlformats.org/officeDocument/2006/relationships/image" Target="../media/image18.jpg"/><Relationship Id="rId7" Type="http://schemas.openxmlformats.org/officeDocument/2006/relationships/image" Target="../media/image22.jpg"/><Relationship Id="rId12" Type="http://schemas.openxmlformats.org/officeDocument/2006/relationships/image" Target="../media/image27.png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jpg"/><Relationship Id="rId11" Type="http://schemas.openxmlformats.org/officeDocument/2006/relationships/image" Target="../media/image26.png"/><Relationship Id="rId5" Type="http://schemas.openxmlformats.org/officeDocument/2006/relationships/image" Target="../media/image20.png"/><Relationship Id="rId10" Type="http://schemas.openxmlformats.org/officeDocument/2006/relationships/image" Target="../media/image25.jpg"/><Relationship Id="rId4" Type="http://schemas.openxmlformats.org/officeDocument/2006/relationships/image" Target="../media/image19.jpg"/><Relationship Id="rId9" Type="http://schemas.openxmlformats.org/officeDocument/2006/relationships/image" Target="../media/image24.jp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1FA8D7C-2713-3ADE-4754-31F102B045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9" y="-1"/>
            <a:ext cx="11520311" cy="64801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3449797-E1E2-B662-C01F-3E005C4D7686}"/>
              </a:ext>
            </a:extLst>
          </p:cNvPr>
          <p:cNvSpPr txBox="1"/>
          <p:nvPr/>
        </p:nvSpPr>
        <p:spPr bwMode="auto">
          <a:xfrm>
            <a:off x="2151583" y="265217"/>
            <a:ext cx="3324949" cy="5320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r"/>
            <a:r>
              <a:rPr lang="en-US" sz="2857" dirty="0">
                <a:latin typeface="Arial" panose="020B0604020202020204" pitchFamily="34" charset="0"/>
                <a:cs typeface="Arial" panose="020B0604020202020204" pitchFamily="34" charset="0"/>
              </a:rPr>
              <a:t>Amorphous Sb</a:t>
            </a:r>
            <a:r>
              <a:rPr lang="en-US" sz="2857" baseline="-25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en-US" sz="2857" dirty="0">
                <a:latin typeface="Arial" panose="020B0604020202020204" pitchFamily="34" charset="0"/>
                <a:cs typeface="Arial" panose="020B0604020202020204" pitchFamily="34" charset="0"/>
              </a:rPr>
              <a:t>Se</a:t>
            </a:r>
            <a:r>
              <a:rPr lang="en-US" sz="2857" baseline="-25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endParaRPr lang="en-GB" sz="2857" baseline="-25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8C7FAB4-84DF-14D6-8CE2-CC704DCF8A1B}"/>
              </a:ext>
            </a:extLst>
          </p:cNvPr>
          <p:cNvSpPr txBox="1"/>
          <p:nvPr/>
        </p:nvSpPr>
        <p:spPr bwMode="auto">
          <a:xfrm>
            <a:off x="7973968" y="265810"/>
            <a:ext cx="3164648" cy="53200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r"/>
            <a:r>
              <a:rPr lang="en-US" sz="2857" dirty="0">
                <a:latin typeface="Arial" panose="020B0604020202020204" pitchFamily="34" charset="0"/>
                <a:cs typeface="Arial" panose="020B0604020202020204" pitchFamily="34" charset="0"/>
              </a:rPr>
              <a:t>Crystalline Sb</a:t>
            </a:r>
            <a:r>
              <a:rPr lang="en-US" sz="2857" baseline="-25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en-US" sz="2857" dirty="0">
                <a:latin typeface="Arial" panose="020B0604020202020204" pitchFamily="34" charset="0"/>
                <a:cs typeface="Arial" panose="020B0604020202020204" pitchFamily="34" charset="0"/>
              </a:rPr>
              <a:t>Se</a:t>
            </a:r>
            <a:r>
              <a:rPr lang="en-US" sz="2857" baseline="-25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endParaRPr lang="en-GB" sz="2857" baseline="-25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F776066-23E3-513A-05D2-43BA0FA66D42}"/>
              </a:ext>
            </a:extLst>
          </p:cNvPr>
          <p:cNvSpPr txBox="1"/>
          <p:nvPr/>
        </p:nvSpPr>
        <p:spPr bwMode="auto">
          <a:xfrm>
            <a:off x="341278" y="1707328"/>
            <a:ext cx="2274982" cy="4025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16" dirty="0">
                <a:solidFill>
                  <a:srgbClr val="0000F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Refractive index </a:t>
            </a:r>
            <a:r>
              <a:rPr lang="en-US" sz="2016" b="1" i="1" dirty="0">
                <a:solidFill>
                  <a:srgbClr val="0000F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  <a:endParaRPr lang="en-GB" sz="2016" b="1" i="1" dirty="0">
              <a:solidFill>
                <a:srgbClr val="0000F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10267F-8107-F2FB-9272-C720CE7E55AC}"/>
              </a:ext>
            </a:extLst>
          </p:cNvPr>
          <p:cNvSpPr txBox="1"/>
          <p:nvPr/>
        </p:nvSpPr>
        <p:spPr bwMode="auto">
          <a:xfrm>
            <a:off x="6296005" y="687611"/>
            <a:ext cx="2315792" cy="4025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16" dirty="0">
                <a:solidFill>
                  <a:srgbClr val="0000F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Refractive index </a:t>
            </a:r>
            <a:r>
              <a:rPr lang="en-US" sz="2016" b="1" i="1" dirty="0">
                <a:solidFill>
                  <a:srgbClr val="0000F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  <a:endParaRPr lang="en-GB" sz="2016" b="1" i="1" dirty="0">
              <a:solidFill>
                <a:srgbClr val="0000F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A8BF3FB-4D48-7854-5322-A57E06C13484}"/>
              </a:ext>
            </a:extLst>
          </p:cNvPr>
          <p:cNvSpPr txBox="1"/>
          <p:nvPr/>
        </p:nvSpPr>
        <p:spPr bwMode="auto">
          <a:xfrm>
            <a:off x="747390" y="4124755"/>
            <a:ext cx="2762423" cy="4025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16" dirty="0">
                <a:solidFill>
                  <a:srgbClr val="F5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Extinction coefficient </a:t>
            </a:r>
            <a:r>
              <a:rPr lang="en-US" sz="2016" b="1" i="1" dirty="0">
                <a:solidFill>
                  <a:srgbClr val="F5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</a:t>
            </a:r>
            <a:endParaRPr lang="en-GB" sz="2016" b="1" i="1" dirty="0">
              <a:solidFill>
                <a:srgbClr val="F5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51498C6-A591-76BB-F858-D08A13B5EF1F}"/>
              </a:ext>
            </a:extLst>
          </p:cNvPr>
          <p:cNvSpPr txBox="1"/>
          <p:nvPr/>
        </p:nvSpPr>
        <p:spPr bwMode="auto">
          <a:xfrm>
            <a:off x="7041926" y="4128159"/>
            <a:ext cx="2762423" cy="4025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16" dirty="0">
                <a:solidFill>
                  <a:srgbClr val="F5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Extinction coefficient </a:t>
            </a:r>
            <a:r>
              <a:rPr lang="en-US" sz="2016" b="1" i="1" dirty="0">
                <a:solidFill>
                  <a:srgbClr val="F5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</a:t>
            </a:r>
            <a:endParaRPr lang="en-GB" sz="2016" b="1" i="1" dirty="0">
              <a:solidFill>
                <a:srgbClr val="F5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06104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oup 40">
            <a:extLst>
              <a:ext uri="{FF2B5EF4-FFF2-40B4-BE49-F238E27FC236}">
                <a16:creationId xmlns:a16="http://schemas.microsoft.com/office/drawing/2014/main" id="{F4F735B6-24CD-5393-DF8B-F3D27C69134A}"/>
              </a:ext>
            </a:extLst>
          </p:cNvPr>
          <p:cNvGrpSpPr/>
          <p:nvPr/>
        </p:nvGrpSpPr>
        <p:grpSpPr>
          <a:xfrm>
            <a:off x="0" y="-1"/>
            <a:ext cx="11291582" cy="6480176"/>
            <a:chOff x="0" y="-1"/>
            <a:chExt cx="11291582" cy="6480176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CB43E2A4-078D-21B5-FE56-7B06E152702A}"/>
                </a:ext>
              </a:extLst>
            </p:cNvPr>
            <p:cNvGrpSpPr/>
            <p:nvPr/>
          </p:nvGrpSpPr>
          <p:grpSpPr>
            <a:xfrm>
              <a:off x="0" y="-1"/>
              <a:ext cx="11291582" cy="6480175"/>
              <a:chOff x="0" y="-1"/>
              <a:chExt cx="11291582" cy="6480175"/>
            </a:xfrm>
          </p:grpSpPr>
          <p:pic>
            <p:nvPicPr>
              <p:cNvPr id="38" name="Picture 37">
                <a:extLst>
                  <a:ext uri="{FF2B5EF4-FFF2-40B4-BE49-F238E27FC236}">
                    <a16:creationId xmlns:a16="http://schemas.microsoft.com/office/drawing/2014/main" id="{D1C09060-0548-696F-7BA1-597563FBABA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987" t="10069" r="7736" b="1907"/>
              <a:stretch>
                <a:fillRect/>
              </a:stretch>
            </p:blipFill>
            <p:spPr>
              <a:xfrm>
                <a:off x="0" y="-1"/>
                <a:ext cx="11291582" cy="6480175"/>
              </a:xfrm>
              <a:prstGeom prst="rect">
                <a:avLst/>
              </a:prstGeom>
            </p:spPr>
          </p:pic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707644A4-D600-B571-4B5F-5E2B73BA9773}"/>
                  </a:ext>
                </a:extLst>
              </p:cNvPr>
              <p:cNvGrpSpPr/>
              <p:nvPr/>
            </p:nvGrpSpPr>
            <p:grpSpPr>
              <a:xfrm>
                <a:off x="7902395" y="144044"/>
                <a:ext cx="3057882" cy="2467350"/>
                <a:chOff x="7550331" y="103354"/>
                <a:chExt cx="3561806" cy="2873960"/>
              </a:xfrm>
            </p:grpSpPr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5E437745-E95F-9188-0440-F8B32B85A57D}"/>
                    </a:ext>
                  </a:extLst>
                </p:cNvPr>
                <p:cNvSpPr/>
                <p:nvPr/>
              </p:nvSpPr>
              <p:spPr>
                <a:xfrm>
                  <a:off x="7550331" y="156754"/>
                  <a:ext cx="3561806" cy="2820560"/>
                </a:xfrm>
                <a:prstGeom prst="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sz="1501"/>
                </a:p>
              </p:txBody>
            </p:sp>
            <p:grpSp>
              <p:nvGrpSpPr>
                <p:cNvPr id="24" name="Group 23">
                  <a:extLst>
                    <a:ext uri="{FF2B5EF4-FFF2-40B4-BE49-F238E27FC236}">
                      <a16:creationId xmlns:a16="http://schemas.microsoft.com/office/drawing/2014/main" id="{8E0F13B5-5721-D292-6BFA-880F44C4C235}"/>
                    </a:ext>
                  </a:extLst>
                </p:cNvPr>
                <p:cNvGrpSpPr/>
                <p:nvPr/>
              </p:nvGrpSpPr>
              <p:grpSpPr>
                <a:xfrm>
                  <a:off x="7627778" y="103354"/>
                  <a:ext cx="3406283" cy="2796600"/>
                  <a:chOff x="7955140" y="47933"/>
                  <a:chExt cx="3497214" cy="2871250"/>
                </a:xfrm>
              </p:grpSpPr>
              <p:grpSp>
                <p:nvGrpSpPr>
                  <p:cNvPr id="25" name="Group 24">
                    <a:extLst>
                      <a:ext uri="{FF2B5EF4-FFF2-40B4-BE49-F238E27FC236}">
                        <a16:creationId xmlns:a16="http://schemas.microsoft.com/office/drawing/2014/main" id="{E4E375EF-3CD4-F013-1755-E3C259821D83}"/>
                      </a:ext>
                    </a:extLst>
                  </p:cNvPr>
                  <p:cNvGrpSpPr/>
                  <p:nvPr/>
                </p:nvGrpSpPr>
                <p:grpSpPr>
                  <a:xfrm>
                    <a:off x="7955140" y="169814"/>
                    <a:ext cx="3497214" cy="2749369"/>
                    <a:chOff x="3556236" y="1663700"/>
                    <a:chExt cx="5416362" cy="4258129"/>
                  </a:xfrm>
                  <a:effectLst/>
                </p:grpSpPr>
                <p:sp>
                  <p:nvSpPr>
                    <p:cNvPr id="27" name="Rectangle 26">
                      <a:extLst>
                        <a:ext uri="{FF2B5EF4-FFF2-40B4-BE49-F238E27FC236}">
                          <a16:creationId xmlns:a16="http://schemas.microsoft.com/office/drawing/2014/main" id="{FD007B80-D4CE-D3B7-3E21-C56E3BAF212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556236" y="3880739"/>
                      <a:ext cx="5281502" cy="1570827"/>
                    </a:xfrm>
                    <a:prstGeom prst="rect">
                      <a:avLst/>
                    </a:pr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t"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Substrate</a:t>
                      </a:r>
                    </a:p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(SiO</a:t>
                      </a:r>
                      <a:r>
                        <a:rPr lang="en-US" baseline="-250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 </a:t>
                      </a:r>
                      <a:r>
                        <a:rPr lang="en-GB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US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28" name="Rectangle 27">
                      <a:extLst>
                        <a:ext uri="{FF2B5EF4-FFF2-40B4-BE49-F238E27FC236}">
                          <a16:creationId xmlns:a16="http://schemas.microsoft.com/office/drawing/2014/main" id="{2F43A753-46C2-1E67-9ECB-9BE8702F311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556237" y="2826744"/>
                      <a:ext cx="5281498" cy="1053996"/>
                    </a:xfrm>
                    <a:prstGeom prst="rect">
                      <a:avLst/>
                    </a:prstGeom>
                    <a:solidFill>
                      <a:schemeClr val="accent3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t"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Film</a:t>
                      </a:r>
                      <a:endParaRPr lang="en-GB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  <p:cxnSp>
                  <p:nvCxnSpPr>
                    <p:cNvPr id="29" name="Straight Arrow Connector 28">
                      <a:extLst>
                        <a:ext uri="{FF2B5EF4-FFF2-40B4-BE49-F238E27FC236}">
                          <a16:creationId xmlns:a16="http://schemas.microsoft.com/office/drawing/2014/main" id="{E329D12A-32E2-C1C2-B4A9-A63315744419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5724424" y="1699730"/>
                      <a:ext cx="2547127" cy="2193708"/>
                    </a:xfrm>
                    <a:prstGeom prst="straightConnector1">
                      <a:avLst/>
                    </a:prstGeom>
                    <a:ln w="57150">
                      <a:solidFill>
                        <a:schemeClr val="accent2"/>
                      </a:solidFill>
                      <a:prstDash val="dash"/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0" name="Straight Arrow Connector 29">
                      <a:extLst>
                        <a:ext uri="{FF2B5EF4-FFF2-40B4-BE49-F238E27FC236}">
                          <a16:creationId xmlns:a16="http://schemas.microsoft.com/office/drawing/2014/main" id="{8D079F03-CFD8-0CC5-E18E-02E4FD298FD9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724424" y="1663700"/>
                      <a:ext cx="0" cy="4258129"/>
                    </a:xfrm>
                    <a:prstGeom prst="straightConnector1">
                      <a:avLst/>
                    </a:prstGeom>
                    <a:ln w="57150">
                      <a:solidFill>
                        <a:schemeClr val="accent2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31" name="TextBox 30">
                      <a:extLst>
                        <a:ext uri="{FF2B5EF4-FFF2-40B4-BE49-F238E27FC236}">
                          <a16:creationId xmlns:a16="http://schemas.microsoft.com/office/drawing/2014/main" id="{B400654A-BD29-3D4C-3E87-5E5A8B38944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981738" y="1665960"/>
                      <a:ext cx="753850" cy="627053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1600" baseline="-25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  <a:endParaRPr lang="en-GB"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32" name="TextBox 31">
                      <a:extLst>
                        <a:ext uri="{FF2B5EF4-FFF2-40B4-BE49-F238E27FC236}">
                          <a16:creationId xmlns:a16="http://schemas.microsoft.com/office/drawing/2014/main" id="{63A33675-3D8D-56CC-710B-65520985986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218748" y="1663700"/>
                      <a:ext cx="753850" cy="627053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1600" baseline="-25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  <a:endParaRPr lang="en-GB"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  <p:cxnSp>
                  <p:nvCxnSpPr>
                    <p:cNvPr id="33" name="Straight Arrow Connector 32">
                      <a:extLst>
                        <a:ext uri="{FF2B5EF4-FFF2-40B4-BE49-F238E27FC236}">
                          <a16:creationId xmlns:a16="http://schemas.microsoft.com/office/drawing/2014/main" id="{10E708EA-646D-E93F-84CF-F54519B1266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5724424" y="1685296"/>
                      <a:ext cx="1308580" cy="1127012"/>
                    </a:xfrm>
                    <a:prstGeom prst="straightConnector1">
                      <a:avLst/>
                    </a:prstGeom>
                    <a:ln w="57150">
                      <a:solidFill>
                        <a:schemeClr val="accent2"/>
                      </a:solidFill>
                      <a:prstDash val="dash"/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34" name="Right Brace 33">
                      <a:extLst>
                        <a:ext uri="{FF2B5EF4-FFF2-40B4-BE49-F238E27FC236}">
                          <a16:creationId xmlns:a16="http://schemas.microsoft.com/office/drawing/2014/main" id="{0F72B635-FD11-3689-2564-1D05B671775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294707" y="2838190"/>
                      <a:ext cx="213360" cy="1030700"/>
                    </a:xfrm>
                    <a:prstGeom prst="rightBrace">
                      <a:avLst>
                        <a:gd name="adj1" fmla="val 8333"/>
                        <a:gd name="adj2" fmla="val 51479"/>
                      </a:avLst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 sz="1501"/>
                    </a:p>
                  </p:txBody>
                </p:sp>
                <mc:AlternateContent xmlns:mc="http://schemas.openxmlformats.org/markup-compatibility/2006">
                  <mc:Choice xmlns:a14="http://schemas.microsoft.com/office/drawing/2010/main" Requires="a14">
                    <p:sp>
                      <p:nvSpPr>
                        <p:cNvPr id="35" name="TextBox 34">
                          <a:extLst>
                            <a:ext uri="{FF2B5EF4-FFF2-40B4-BE49-F238E27FC236}">
                              <a16:creationId xmlns:a16="http://schemas.microsoft.com/office/drawing/2014/main" id="{92F854CB-DD4A-04A6-E4B1-201608AA83E8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7363219" y="2849718"/>
                          <a:ext cx="1556356" cy="1005661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rtlCol="0" anchor="ctr">
                          <a:spAutoFit/>
                        </a:bodyPr>
                        <a:lstStyle/>
                        <a:p>
                          <a:r>
                            <a:rPr lang="en-GB" sz="2000" dirty="0"/>
                            <a:t>OT =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GB" sz="20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GB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𝜆</m:t>
                                  </m:r>
                                </m:num>
                                <m:den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den>
                              </m:f>
                            </m:oMath>
                          </a14:m>
                          <a:endParaRPr lang="en-GB" sz="2000" dirty="0"/>
                        </a:p>
                      </p:txBody>
                    </p:sp>
                  </mc:Choice>
                  <mc:Fallback>
                    <p:sp>
                      <p:nvSpPr>
                        <p:cNvPr id="35" name="TextBox 34">
                          <a:extLst>
                            <a:ext uri="{FF2B5EF4-FFF2-40B4-BE49-F238E27FC236}">
                              <a16:creationId xmlns:a16="http://schemas.microsoft.com/office/drawing/2014/main" id="{92F854CB-DD4A-04A6-E4B1-201608AA83E8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7363219" y="2849718"/>
                          <a:ext cx="1556356" cy="1005661"/>
                        </a:xfrm>
                        <a:prstGeom prst="rect">
                          <a:avLst/>
                        </a:prstGeom>
                        <a:blipFill>
                          <a:blip r:embed="rId3"/>
                          <a:stretch>
                            <a:fillRect l="-7246" b="-10112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GB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sp>
                  <p:nvSpPr>
                    <p:cNvPr id="36" name="TextBox 35">
                      <a:extLst>
                        <a:ext uri="{FF2B5EF4-FFF2-40B4-BE49-F238E27FC236}">
                          <a16:creationId xmlns:a16="http://schemas.microsoft.com/office/drawing/2014/main" id="{C9B285E5-CD35-0DB7-EB9C-033AD6DA69C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556236" y="1685296"/>
                      <a:ext cx="864572" cy="684059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Air</a:t>
                      </a:r>
                      <a:endParaRPr lang="en-GB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p:grpSp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664504C6-79D7-2687-3B55-E24BFCF27C4E}"/>
                      </a:ext>
                    </a:extLst>
                  </p:cNvPr>
                  <p:cNvSpPr txBox="1"/>
                  <p:nvPr/>
                </p:nvSpPr>
                <p:spPr>
                  <a:xfrm rot="16200000">
                    <a:off x="8377335" y="644125"/>
                    <a:ext cx="1597256" cy="40487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r"/>
                    <a:r>
                      <a:rPr lang="en-US" sz="16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Incident light</a:t>
                    </a:r>
                    <a:endParaRPr lang="en-GB" sz="160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3CF810C7-8DBE-8E94-B301-2EDB5CD1BA0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653" r="93952" b="102"/>
            <a:stretch>
              <a:fillRect/>
            </a:stretch>
          </p:blipFill>
          <p:spPr>
            <a:xfrm>
              <a:off x="0" y="0"/>
              <a:ext cx="365760" cy="648017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490955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52A630E6-A7B8-5475-3F22-21AAAF9C9C53}"/>
              </a:ext>
            </a:extLst>
          </p:cNvPr>
          <p:cNvGrpSpPr/>
          <p:nvPr/>
        </p:nvGrpSpPr>
        <p:grpSpPr>
          <a:xfrm>
            <a:off x="0" y="-1"/>
            <a:ext cx="11520488" cy="6483287"/>
            <a:chOff x="0" y="-1"/>
            <a:chExt cx="11520488" cy="6483287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BBCC1262-4C01-2FF5-3AEE-85D6ECC1890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249" t="9788" r="6249" b="2669"/>
            <a:stretch>
              <a:fillRect/>
            </a:stretch>
          </p:blipFill>
          <p:spPr>
            <a:xfrm>
              <a:off x="0" y="-1"/>
              <a:ext cx="11520488" cy="6483287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292669F3-B746-9E3A-A84B-2B6C2CAAA19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653" r="93952" b="102"/>
            <a:stretch>
              <a:fillRect/>
            </a:stretch>
          </p:blipFill>
          <p:spPr>
            <a:xfrm>
              <a:off x="0" y="0"/>
              <a:ext cx="365760" cy="648017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959306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595054AA-C45A-C1C6-BDA3-A0068D404495}"/>
              </a:ext>
            </a:extLst>
          </p:cNvPr>
          <p:cNvGrpSpPr/>
          <p:nvPr/>
        </p:nvGrpSpPr>
        <p:grpSpPr>
          <a:xfrm>
            <a:off x="0" y="0"/>
            <a:ext cx="11520488" cy="6480175"/>
            <a:chOff x="0" y="0"/>
            <a:chExt cx="11520488" cy="6480175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DACD23AA-5FAC-26CC-7447-B34ECD9ABA7F}"/>
                </a:ext>
              </a:extLst>
            </p:cNvPr>
            <p:cNvGrpSpPr/>
            <p:nvPr/>
          </p:nvGrpSpPr>
          <p:grpSpPr>
            <a:xfrm>
              <a:off x="0" y="350208"/>
              <a:ext cx="11520488" cy="5984690"/>
              <a:chOff x="0" y="350208"/>
              <a:chExt cx="11520488" cy="5984690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1567C403-2717-F9FA-7A1C-D28340DAF10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9661" r="4609" b="2242"/>
              <a:stretch>
                <a:fillRect/>
              </a:stretch>
            </p:blipFill>
            <p:spPr>
              <a:xfrm>
                <a:off x="0" y="350208"/>
                <a:ext cx="5760157" cy="5984690"/>
              </a:xfrm>
              <a:prstGeom prst="rect">
                <a:avLst/>
              </a:prstGeom>
            </p:spPr>
          </p:pic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0127F727-8939-71E8-61F2-8020D3F00E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9661" r="4609" b="2242"/>
              <a:stretch>
                <a:fillRect/>
              </a:stretch>
            </p:blipFill>
            <p:spPr>
              <a:xfrm>
                <a:off x="5760332" y="350208"/>
                <a:ext cx="5760156" cy="5984689"/>
              </a:xfrm>
              <a:prstGeom prst="rect">
                <a:avLst/>
              </a:prstGeom>
            </p:spPr>
          </p:pic>
          <p:sp>
            <p:nvSpPr>
              <p:cNvPr id="6" name="Text Box 2">
                <a:extLst>
                  <a:ext uri="{FF2B5EF4-FFF2-40B4-BE49-F238E27FC236}">
                    <a16:creationId xmlns:a16="http://schemas.microsoft.com/office/drawing/2014/main" id="{A57E3B8C-8DC8-22B7-52FD-0F54EB5C439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55428" y="518610"/>
                <a:ext cx="579100" cy="373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just"/>
                <a:r>
                  <a:rPr lang="en-GB" sz="2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(a)</a:t>
                </a:r>
              </a:p>
            </p:txBody>
          </p:sp>
          <p:sp>
            <p:nvSpPr>
              <p:cNvPr id="8" name="Text Box 2">
                <a:extLst>
                  <a:ext uri="{FF2B5EF4-FFF2-40B4-BE49-F238E27FC236}">
                    <a16:creationId xmlns:a16="http://schemas.microsoft.com/office/drawing/2014/main" id="{AB0376FA-4B66-BCBA-F29A-7A993AE258C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515584" y="515371"/>
                <a:ext cx="579100" cy="373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just"/>
                <a:r>
                  <a:rPr lang="en-GB" sz="2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(b)</a:t>
                </a:r>
              </a:p>
            </p:txBody>
          </p:sp>
        </p:grp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037E57F3-E12A-968C-45FA-CE99D5D7F31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653" r="93952" b="102"/>
            <a:stretch>
              <a:fillRect/>
            </a:stretch>
          </p:blipFill>
          <p:spPr>
            <a:xfrm>
              <a:off x="1" y="0"/>
              <a:ext cx="365760" cy="6480175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B2E5A9CA-36A5-B2BE-D835-2B19B0B6116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653" r="93952" b="102"/>
            <a:stretch>
              <a:fillRect/>
            </a:stretch>
          </p:blipFill>
          <p:spPr>
            <a:xfrm>
              <a:off x="5769682" y="0"/>
              <a:ext cx="365760" cy="648017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016378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>
            <a:extLst>
              <a:ext uri="{FF2B5EF4-FFF2-40B4-BE49-F238E27FC236}">
                <a16:creationId xmlns:a16="http://schemas.microsoft.com/office/drawing/2014/main" id="{7967DFFE-9AC2-F856-1BD2-07EAD00E5CCF}"/>
              </a:ext>
            </a:extLst>
          </p:cNvPr>
          <p:cNvGrpSpPr/>
          <p:nvPr/>
        </p:nvGrpSpPr>
        <p:grpSpPr>
          <a:xfrm>
            <a:off x="0" y="340754"/>
            <a:ext cx="11520486" cy="5999752"/>
            <a:chOff x="0" y="340754"/>
            <a:chExt cx="11520486" cy="5999752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08873641-B206-551D-2AE3-9D1AC30156F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661" r="4754" b="2155"/>
            <a:stretch>
              <a:fillRect/>
            </a:stretch>
          </p:blipFill>
          <p:spPr>
            <a:xfrm>
              <a:off x="0" y="340754"/>
              <a:ext cx="5760244" cy="5999751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4D14A95E-0536-A063-9F53-36A9FB398C3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661" r="4754" b="2155"/>
            <a:stretch>
              <a:fillRect/>
            </a:stretch>
          </p:blipFill>
          <p:spPr>
            <a:xfrm>
              <a:off x="5760243" y="340756"/>
              <a:ext cx="5760243" cy="5999750"/>
            </a:xfrm>
            <a:prstGeom prst="rect">
              <a:avLst/>
            </a:prstGeom>
          </p:spPr>
        </p:pic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FB621060-5120-CEFF-AF6E-47BF9E7FDCEB}"/>
                </a:ext>
              </a:extLst>
            </p:cNvPr>
            <p:cNvSpPr/>
            <p:nvPr/>
          </p:nvSpPr>
          <p:spPr>
            <a:xfrm>
              <a:off x="4193059" y="502134"/>
              <a:ext cx="1194487" cy="130195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78B4A0B3-66D8-C284-6271-1409C9A1C6D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9638" t="13007" r="10780" b="68831"/>
            <a:stretch>
              <a:fillRect/>
            </a:stretch>
          </p:blipFill>
          <p:spPr>
            <a:xfrm>
              <a:off x="4211531" y="859959"/>
              <a:ext cx="1184254" cy="1235673"/>
            </a:xfrm>
            <a:prstGeom prst="rect">
              <a:avLst/>
            </a:prstGeom>
          </p:spPr>
        </p:pic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4CCEC862-221C-8E57-99CB-BFEC54716A64}"/>
                </a:ext>
              </a:extLst>
            </p:cNvPr>
            <p:cNvSpPr/>
            <p:nvPr/>
          </p:nvSpPr>
          <p:spPr>
            <a:xfrm>
              <a:off x="9971775" y="502134"/>
              <a:ext cx="1194487" cy="130195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F1727342-C4C8-3200-1542-A6AD0DE5A99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9640" t="12946" r="10882" b="68893"/>
            <a:stretch>
              <a:fillRect/>
            </a:stretch>
          </p:blipFill>
          <p:spPr>
            <a:xfrm>
              <a:off x="9971774" y="859956"/>
              <a:ext cx="1178011" cy="1235676"/>
            </a:xfrm>
            <a:prstGeom prst="rect">
              <a:avLst/>
            </a:prstGeom>
          </p:spPr>
        </p:pic>
      </p:grpSp>
      <p:sp>
        <p:nvSpPr>
          <p:cNvPr id="10" name="Text Box 2">
            <a:extLst>
              <a:ext uri="{FF2B5EF4-FFF2-40B4-BE49-F238E27FC236}">
                <a16:creationId xmlns:a16="http://schemas.microsoft.com/office/drawing/2014/main" id="{165326FA-3220-3A1E-4806-D23AC3A198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96598" y="502134"/>
            <a:ext cx="2539705" cy="357825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r"/>
            <a:r>
              <a:rPr lang="en-GB" sz="1900" dirty="0">
                <a:latin typeface="Arial" panose="020B0604020202020204" pitchFamily="34" charset="0"/>
                <a:ea typeface="TH Sarabun PSK"/>
                <a:cs typeface="TH Sarabun PSK"/>
              </a:rPr>
              <a:t>(a) Amorphous phase</a:t>
            </a:r>
          </a:p>
        </p:txBody>
      </p:sp>
      <p:sp>
        <p:nvSpPr>
          <p:cNvPr id="17" name="Text Box 2">
            <a:extLst>
              <a:ext uri="{FF2B5EF4-FFF2-40B4-BE49-F238E27FC236}">
                <a16:creationId xmlns:a16="http://schemas.microsoft.com/office/drawing/2014/main" id="{B4C78BC4-C334-D87D-471B-38D964CD32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52493" y="502134"/>
            <a:ext cx="2539705" cy="357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r"/>
            <a:r>
              <a:rPr lang="en-GB" sz="1900" dirty="0">
                <a:latin typeface="Arial" panose="020B0604020202020204" pitchFamily="34" charset="0"/>
                <a:ea typeface="TH Sarabun PSK"/>
                <a:cs typeface="TH Sarabun PSK"/>
              </a:rPr>
              <a:t>(b) Crystalline phase</a:t>
            </a:r>
          </a:p>
        </p:txBody>
      </p:sp>
    </p:spTree>
    <p:extLst>
      <p:ext uri="{BB962C8B-B14F-4D97-AF65-F5344CB8AC3E}">
        <p14:creationId xmlns:p14="http://schemas.microsoft.com/office/powerpoint/2010/main" val="1529059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51C1356-43EA-F819-BD36-304CB240DB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75" t="10289" r="7454" b="2841"/>
          <a:stretch>
            <a:fillRect/>
          </a:stretch>
        </p:blipFill>
        <p:spPr>
          <a:xfrm>
            <a:off x="0" y="1"/>
            <a:ext cx="11520488" cy="6480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2619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F94868C-DE59-7869-EED0-9F297E5E58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0244" y="0"/>
            <a:ext cx="5760156" cy="6480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22518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CC633-5075-02D0-FD74-68CB1DA93D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89D9B576-85B9-F1E0-6EF2-9CE4EE59D6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5760156" cy="648017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F75589E-BC89-DE60-D041-9788140600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0332" y="0"/>
            <a:ext cx="5760156" cy="6480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99258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Picture 36">
            <a:extLst>
              <a:ext uri="{FF2B5EF4-FFF2-40B4-BE49-F238E27FC236}">
                <a16:creationId xmlns:a16="http://schemas.microsoft.com/office/drawing/2014/main" id="{9614A0A1-CA66-2C01-FFE1-CEE8EB4BC4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423"/>
          <a:stretch>
            <a:fillRect/>
          </a:stretch>
        </p:blipFill>
        <p:spPr>
          <a:xfrm>
            <a:off x="3426976" y="3071968"/>
            <a:ext cx="2114341" cy="2598185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0E966266-5458-95CE-5548-1BAE870540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34" b="3142"/>
          <a:stretch>
            <a:fillRect/>
          </a:stretch>
        </p:blipFill>
        <p:spPr>
          <a:xfrm>
            <a:off x="3426975" y="842925"/>
            <a:ext cx="2114341" cy="2545104"/>
          </a:xfrm>
          <a:prstGeom prst="rect">
            <a:avLst/>
          </a:prstGeom>
          <a:ln>
            <a:noFill/>
          </a:ln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EF79C04B-E8EF-49A3-2060-5154867773F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423"/>
          <a:stretch>
            <a:fillRect/>
          </a:stretch>
        </p:blipFill>
        <p:spPr>
          <a:xfrm>
            <a:off x="5079624" y="3071968"/>
            <a:ext cx="2114341" cy="2598185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53619BE8-09FF-7B43-8338-BC0B36E7D23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34" b="3142"/>
          <a:stretch>
            <a:fillRect/>
          </a:stretch>
        </p:blipFill>
        <p:spPr>
          <a:xfrm>
            <a:off x="5079623" y="842925"/>
            <a:ext cx="2114341" cy="2545104"/>
          </a:xfrm>
          <a:prstGeom prst="rect">
            <a:avLst/>
          </a:prstGeom>
          <a:ln>
            <a:noFill/>
          </a:ln>
        </p:spPr>
      </p:pic>
      <p:sp>
        <p:nvSpPr>
          <p:cNvPr id="38" name="Text Box 2">
            <a:extLst>
              <a:ext uri="{FF2B5EF4-FFF2-40B4-BE49-F238E27FC236}">
                <a16:creationId xmlns:a16="http://schemas.microsoft.com/office/drawing/2014/main" id="{D15F8736-AA4F-97B1-C0F4-CE0BC4F44C2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93223" y="1082852"/>
            <a:ext cx="350789" cy="19624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850" dirty="0">
                <a:solidFill>
                  <a:schemeClr val="bg1"/>
                </a:solidFill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39" name="Text Box 2">
            <a:extLst>
              <a:ext uri="{FF2B5EF4-FFF2-40B4-BE49-F238E27FC236}">
                <a16:creationId xmlns:a16="http://schemas.microsoft.com/office/drawing/2014/main" id="{3BD119CD-5434-EAF2-8376-4C624588E2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49047" y="1082852"/>
            <a:ext cx="350789" cy="19624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850" dirty="0">
                <a:solidFill>
                  <a:schemeClr val="bg1"/>
                </a:solidFill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  <p:sp>
        <p:nvSpPr>
          <p:cNvPr id="40" name="Text Box 2">
            <a:extLst>
              <a:ext uri="{FF2B5EF4-FFF2-40B4-BE49-F238E27FC236}">
                <a16:creationId xmlns:a16="http://schemas.microsoft.com/office/drawing/2014/main" id="{13B330B2-991D-405D-66E3-DC06DE1DEF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49047" y="3388030"/>
            <a:ext cx="350789" cy="19624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850" dirty="0">
                <a:solidFill>
                  <a:schemeClr val="bg1"/>
                </a:solidFill>
                <a:latin typeface="Arial" panose="020B0604020202020204" pitchFamily="34" charset="0"/>
                <a:ea typeface="TH Sarabun PSK"/>
                <a:cs typeface="TH Sarabun PSK"/>
              </a:rPr>
              <a:t>(d)</a:t>
            </a:r>
          </a:p>
        </p:txBody>
      </p:sp>
      <p:sp>
        <p:nvSpPr>
          <p:cNvPr id="41" name="Text Box 2">
            <a:extLst>
              <a:ext uri="{FF2B5EF4-FFF2-40B4-BE49-F238E27FC236}">
                <a16:creationId xmlns:a16="http://schemas.microsoft.com/office/drawing/2014/main" id="{7C05AD5F-B900-E0A1-AC91-8542E05BE10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93222" y="3388030"/>
            <a:ext cx="350789" cy="19624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850" dirty="0">
                <a:solidFill>
                  <a:schemeClr val="bg1"/>
                </a:solidFill>
                <a:latin typeface="Arial" panose="020B0604020202020204" pitchFamily="34" charset="0"/>
                <a:ea typeface="TH Sarabun PSK"/>
                <a:cs typeface="TH Sarabun PSK"/>
              </a:rPr>
              <a:t>(c)</a:t>
            </a:r>
          </a:p>
        </p:txBody>
      </p:sp>
      <p:sp>
        <p:nvSpPr>
          <p:cNvPr id="42" name="Text Box 2">
            <a:extLst>
              <a:ext uri="{FF2B5EF4-FFF2-40B4-BE49-F238E27FC236}">
                <a16:creationId xmlns:a16="http://schemas.microsoft.com/office/drawing/2014/main" id="{0BE1C4CC-5C77-06E3-24BD-7B2B22CBBF6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93222" y="842926"/>
            <a:ext cx="1317117" cy="21810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ctr"/>
            <a:r>
              <a:rPr lang="en-GB" sz="992" b="1" dirty="0">
                <a:latin typeface="Arial" panose="020B0604020202020204" pitchFamily="34" charset="0"/>
                <a:ea typeface="TH Sarabun PSK"/>
                <a:cs typeface="TH Sarabun PSK"/>
              </a:rPr>
              <a:t>TE</a:t>
            </a:r>
          </a:p>
        </p:txBody>
      </p:sp>
      <p:sp>
        <p:nvSpPr>
          <p:cNvPr id="43" name="Text Box 2">
            <a:extLst>
              <a:ext uri="{FF2B5EF4-FFF2-40B4-BE49-F238E27FC236}">
                <a16:creationId xmlns:a16="http://schemas.microsoft.com/office/drawing/2014/main" id="{146D3C36-9575-442F-9B8C-59B8B061D8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45870" y="842926"/>
            <a:ext cx="1317117" cy="21810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ctr"/>
            <a:r>
              <a:rPr lang="en-GB" sz="992" b="1" dirty="0">
                <a:latin typeface="Arial" panose="020B0604020202020204" pitchFamily="34" charset="0"/>
                <a:ea typeface="TH Sarabun PSK"/>
                <a:cs typeface="TH Sarabun PSK"/>
              </a:rPr>
              <a:t>TM</a:t>
            </a:r>
          </a:p>
        </p:txBody>
      </p:sp>
      <p:sp>
        <p:nvSpPr>
          <p:cNvPr id="44" name="Text Box 2">
            <a:extLst>
              <a:ext uri="{FF2B5EF4-FFF2-40B4-BE49-F238E27FC236}">
                <a16:creationId xmlns:a16="http://schemas.microsoft.com/office/drawing/2014/main" id="{F5BFDB22-66FC-E811-C927-50E0C715FA98}"/>
              </a:ext>
            </a:extLst>
          </p:cNvPr>
          <p:cNvSpPr txBox="1">
            <a:spLocks noChangeArrowheads="1"/>
          </p:cNvSpPr>
          <p:nvPr/>
        </p:nvSpPr>
        <p:spPr bwMode="auto">
          <a:xfrm rot="16200000">
            <a:off x="2266808" y="2024907"/>
            <a:ext cx="2102217" cy="21810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ctr"/>
            <a:r>
              <a:rPr lang="en-GB" sz="992" b="1" dirty="0">
                <a:latin typeface="Arial" panose="020B0604020202020204" pitchFamily="34" charset="0"/>
                <a:ea typeface="TH Sarabun PSK"/>
                <a:cs typeface="TH Sarabun PSK"/>
              </a:rPr>
              <a:t>4-unit-cell edge-filter design</a:t>
            </a:r>
          </a:p>
        </p:txBody>
      </p:sp>
      <p:sp>
        <p:nvSpPr>
          <p:cNvPr id="45" name="Text Box 2">
            <a:extLst>
              <a:ext uri="{FF2B5EF4-FFF2-40B4-BE49-F238E27FC236}">
                <a16:creationId xmlns:a16="http://schemas.microsoft.com/office/drawing/2014/main" id="{D2850973-ADE9-27E7-FD3B-0F696C6E1639}"/>
              </a:ext>
            </a:extLst>
          </p:cNvPr>
          <p:cNvSpPr txBox="1">
            <a:spLocks noChangeArrowheads="1"/>
          </p:cNvSpPr>
          <p:nvPr/>
        </p:nvSpPr>
        <p:spPr bwMode="auto">
          <a:xfrm rot="16200000">
            <a:off x="2368287" y="4228606"/>
            <a:ext cx="1899260" cy="21810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ctr"/>
            <a:r>
              <a:rPr lang="en-GB" sz="992" b="1" dirty="0">
                <a:latin typeface="Arial" panose="020B0604020202020204" pitchFamily="34" charset="0"/>
                <a:ea typeface="TH Sarabun PSK"/>
                <a:cs typeface="TH Sarabun PSK"/>
              </a:rPr>
              <a:t>5-unit-cell edge-filter design</a:t>
            </a:r>
          </a:p>
        </p:txBody>
      </p:sp>
    </p:spTree>
    <p:extLst>
      <p:ext uri="{BB962C8B-B14F-4D97-AF65-F5344CB8AC3E}">
        <p14:creationId xmlns:p14="http://schemas.microsoft.com/office/powerpoint/2010/main" val="25839495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C65264-BDBB-2071-1025-EAF4A4BD8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Box 2">
            <a:extLst>
              <a:ext uri="{FF2B5EF4-FFF2-40B4-BE49-F238E27FC236}">
                <a16:creationId xmlns:a16="http://schemas.microsoft.com/office/drawing/2014/main" id="{8AB6E43D-1B78-F7B3-9FFB-25800C047D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40722" y="62037"/>
            <a:ext cx="2261610" cy="3116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ctr"/>
            <a:r>
              <a:rPr lang="en-GB" sz="1600" b="1" dirty="0">
                <a:latin typeface="Arial" panose="020B0604020202020204" pitchFamily="34" charset="0"/>
                <a:ea typeface="TH Sarabun PSK"/>
                <a:cs typeface="TH Sarabun PSK"/>
              </a:rPr>
              <a:t>Single-layer design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24FB06D-7E62-768A-0952-E41CB5A0985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925"/>
          <a:stretch>
            <a:fillRect/>
          </a:stretch>
        </p:blipFill>
        <p:spPr>
          <a:xfrm>
            <a:off x="1458499" y="333585"/>
            <a:ext cx="2821665" cy="199084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C5D408A-82B6-040A-5DA8-4DE0FDBC057B}"/>
              </a:ext>
            </a:extLst>
          </p:cNvPr>
          <p:cNvPicPr>
            <a:picLocks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900"/>
          <a:stretch>
            <a:fillRect/>
          </a:stretch>
        </p:blipFill>
        <p:spPr>
          <a:xfrm>
            <a:off x="4270507" y="333584"/>
            <a:ext cx="2823419" cy="1990842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AED6F3C-75D3-F18B-2A8D-C4B99523B91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902"/>
          <a:stretch>
            <a:fillRect/>
          </a:stretch>
        </p:blipFill>
        <p:spPr>
          <a:xfrm>
            <a:off x="7090768" y="333584"/>
            <a:ext cx="2823419" cy="1990842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F1A501BD-4305-CE30-D04C-3AB1B54AFFE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6044"/>
          <a:stretch>
            <a:fillRect/>
          </a:stretch>
        </p:blipFill>
        <p:spPr>
          <a:xfrm>
            <a:off x="1456745" y="2402557"/>
            <a:ext cx="2823419" cy="1990843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BB6176F7-6977-5CCB-3FC3-93CE13424E14}"/>
              </a:ext>
            </a:extLst>
          </p:cNvPr>
          <p:cNvPicPr>
            <a:picLocks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371"/>
          <a:stretch>
            <a:fillRect/>
          </a:stretch>
        </p:blipFill>
        <p:spPr>
          <a:xfrm>
            <a:off x="4270507" y="2403309"/>
            <a:ext cx="2823419" cy="1990091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A3C86BD2-3262-9374-099E-3B688EB15BB9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987"/>
          <a:stretch>
            <a:fillRect/>
          </a:stretch>
        </p:blipFill>
        <p:spPr>
          <a:xfrm>
            <a:off x="7090768" y="2404342"/>
            <a:ext cx="2823419" cy="1989058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8E771361-BEAD-5AF4-922A-96E408933CB6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902"/>
          <a:stretch>
            <a:fillRect/>
          </a:stretch>
        </p:blipFill>
        <p:spPr>
          <a:xfrm>
            <a:off x="7090768" y="4471533"/>
            <a:ext cx="2823419" cy="1990844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94458E7D-3A9B-2BC6-FB45-C179190B99B8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095"/>
          <a:stretch>
            <a:fillRect/>
          </a:stretch>
        </p:blipFill>
        <p:spPr>
          <a:xfrm>
            <a:off x="4269103" y="4471533"/>
            <a:ext cx="2823419" cy="1990844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CF80EBF0-1D33-E466-7E60-B11A02B22886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896"/>
          <a:stretch>
            <a:fillRect/>
          </a:stretch>
        </p:blipFill>
        <p:spPr>
          <a:xfrm>
            <a:off x="1455752" y="4471532"/>
            <a:ext cx="2823007" cy="199084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 Box 2">
                <a:extLst>
                  <a:ext uri="{FF2B5EF4-FFF2-40B4-BE49-F238E27FC236}">
                    <a16:creationId xmlns:a16="http://schemas.microsoft.com/office/drawing/2014/main" id="{944201E8-B4B0-28F0-87B6-E88A58221CF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170522" y="58288"/>
                <a:ext cx="2663909" cy="30881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600" b="1" dirty="0">
                    <a:latin typeface="Arial" panose="020B0604020202020204" pitchFamily="34" charset="0"/>
                    <a:ea typeface="TH Sarabun PSK"/>
                    <a:cs typeface="TH Sarabun PSK"/>
                  </a:rPr>
                  <a:t>Edge-filter design </a:t>
                </a:r>
                <a14:m>
                  <m:oMath xmlns:m="http://schemas.openxmlformats.org/officeDocument/2006/math">
                    <m:r>
                      <a:rPr lang="en-US" sz="1600" b="1" i="1">
                        <a:latin typeface="Cambria Math" panose="02040503050406030204" pitchFamily="18" charset="0"/>
                        <a:ea typeface="TH Sarabun PSK"/>
                        <a:cs typeface="TH Sarabun PSK"/>
                      </a:rPr>
                      <m:t>(</m:t>
                    </m:r>
                    <m:r>
                      <a:rPr lang="en-US" sz="1600" b="1" i="1">
                        <a:latin typeface="Cambria Math" panose="02040503050406030204" pitchFamily="18" charset="0"/>
                        <a:ea typeface="TH Sarabun PSK"/>
                        <a:cs typeface="TH Sarabun PSK"/>
                      </a:rPr>
                      <m:t>𝑵</m:t>
                    </m:r>
                    <m:r>
                      <a:rPr lang="en-US" sz="1600" b="1" i="1">
                        <a:latin typeface="Cambria Math" panose="02040503050406030204" pitchFamily="18" charset="0"/>
                        <a:ea typeface="TH Sarabun PSK"/>
                        <a:cs typeface="TH Sarabun PSK"/>
                      </a:rPr>
                      <m:t>=</m:t>
                    </m:r>
                    <m:r>
                      <a:rPr lang="en-US" sz="1600" b="1" i="1">
                        <a:latin typeface="Cambria Math" panose="02040503050406030204" pitchFamily="18" charset="0"/>
                        <a:ea typeface="TH Sarabun PSK"/>
                        <a:cs typeface="TH Sarabun PSK"/>
                      </a:rPr>
                      <m:t>𝟓</m:t>
                    </m:r>
                    <m:r>
                      <a:rPr lang="en-US" sz="1600" b="1" i="1">
                        <a:latin typeface="Cambria Math" panose="02040503050406030204" pitchFamily="18" charset="0"/>
                        <a:ea typeface="TH Sarabun PSK"/>
                        <a:cs typeface="TH Sarabun PSK"/>
                      </a:rPr>
                      <m:t>)</m:t>
                    </m:r>
                  </m:oMath>
                </a14:m>
                <a:endParaRPr lang="en-GB" sz="1600" b="1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</mc:Choice>
        <mc:Fallback>
          <p:sp>
            <p:nvSpPr>
              <p:cNvPr id="37" name="Text Box 2">
                <a:extLst>
                  <a:ext uri="{FF2B5EF4-FFF2-40B4-BE49-F238E27FC236}">
                    <a16:creationId xmlns:a16="http://schemas.microsoft.com/office/drawing/2014/main" id="{944201E8-B4B0-28F0-87B6-E88A58221C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170522" y="58288"/>
                <a:ext cx="2663909" cy="308817"/>
              </a:xfrm>
              <a:prstGeom prst="rect">
                <a:avLst/>
              </a:prstGeom>
              <a:blipFill>
                <a:blip r:embed="rId11"/>
                <a:stretch>
                  <a:fillRect l="-1373" t="-12000" r="-229" b="-30000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 Box 2">
                <a:extLst>
                  <a:ext uri="{FF2B5EF4-FFF2-40B4-BE49-F238E27FC236}">
                    <a16:creationId xmlns:a16="http://schemas.microsoft.com/office/drawing/2014/main" id="{3A51CCA7-297A-103E-9EF2-7DD3E516299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350262" y="54400"/>
                <a:ext cx="2740504" cy="30881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600" b="1" dirty="0">
                    <a:latin typeface="Arial" panose="020B0604020202020204" pitchFamily="34" charset="0"/>
                    <a:ea typeface="TH Sarabun PSK"/>
                    <a:cs typeface="TH Sarabun PSK"/>
                  </a:rPr>
                  <a:t>Edge-filter design </a:t>
                </a:r>
                <a14:m>
                  <m:oMath xmlns:m="http://schemas.openxmlformats.org/officeDocument/2006/math">
                    <m:r>
                      <a:rPr lang="en-US" sz="1600" b="1" i="1">
                        <a:latin typeface="Cambria Math" panose="02040503050406030204" pitchFamily="18" charset="0"/>
                        <a:ea typeface="TH Sarabun PSK"/>
                        <a:cs typeface="TH Sarabun PSK"/>
                      </a:rPr>
                      <m:t>(</m:t>
                    </m:r>
                    <m:r>
                      <a:rPr lang="en-US" sz="1600" b="1" i="1">
                        <a:latin typeface="Cambria Math" panose="02040503050406030204" pitchFamily="18" charset="0"/>
                        <a:ea typeface="TH Sarabun PSK"/>
                        <a:cs typeface="TH Sarabun PSK"/>
                      </a:rPr>
                      <m:t>𝑵</m:t>
                    </m:r>
                    <m:r>
                      <a:rPr lang="en-US" sz="1600" b="1" i="1">
                        <a:latin typeface="Cambria Math" panose="02040503050406030204" pitchFamily="18" charset="0"/>
                        <a:ea typeface="TH Sarabun PSK"/>
                        <a:cs typeface="TH Sarabun PSK"/>
                      </a:rPr>
                      <m:t>=</m:t>
                    </m:r>
                    <m:r>
                      <a:rPr lang="en-US" sz="1600" b="1" i="1">
                        <a:latin typeface="Cambria Math" panose="02040503050406030204" pitchFamily="18" charset="0"/>
                        <a:ea typeface="TH Sarabun PSK"/>
                        <a:cs typeface="TH Sarabun PSK"/>
                      </a:rPr>
                      <m:t>𝟒</m:t>
                    </m:r>
                    <m:r>
                      <a:rPr lang="en-US" sz="1600" b="1" i="1">
                        <a:latin typeface="Cambria Math" panose="02040503050406030204" pitchFamily="18" charset="0"/>
                        <a:ea typeface="TH Sarabun PSK"/>
                        <a:cs typeface="TH Sarabun PSK"/>
                      </a:rPr>
                      <m:t>)</m:t>
                    </m:r>
                  </m:oMath>
                </a14:m>
                <a:endParaRPr lang="en-GB" sz="1600" b="1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</mc:Choice>
        <mc:Fallback>
          <p:sp>
            <p:nvSpPr>
              <p:cNvPr id="38" name="Text Box 2">
                <a:extLst>
                  <a:ext uri="{FF2B5EF4-FFF2-40B4-BE49-F238E27FC236}">
                    <a16:creationId xmlns:a16="http://schemas.microsoft.com/office/drawing/2014/main" id="{3A51CCA7-297A-103E-9EF2-7DD3E51629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350262" y="54400"/>
                <a:ext cx="2740504" cy="308817"/>
              </a:xfrm>
              <a:prstGeom prst="rect">
                <a:avLst/>
              </a:prstGeom>
              <a:blipFill>
                <a:blip r:embed="rId12"/>
                <a:stretch>
                  <a:fillRect t="-9804" b="-29412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Text Box 2">
            <a:extLst>
              <a:ext uri="{FF2B5EF4-FFF2-40B4-BE49-F238E27FC236}">
                <a16:creationId xmlns:a16="http://schemas.microsoft.com/office/drawing/2014/main" id="{A875E46C-B5B9-498F-7902-44346FA2EE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86442" y="335566"/>
            <a:ext cx="573435" cy="2501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1200" dirty="0"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CA8147D-A081-CD7F-B250-BF9C7098027F}"/>
              </a:ext>
            </a:extLst>
          </p:cNvPr>
          <p:cNvSpPr/>
          <p:nvPr/>
        </p:nvSpPr>
        <p:spPr>
          <a:xfrm>
            <a:off x="1455753" y="2221379"/>
            <a:ext cx="8378679" cy="10304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E94AED0-8AA9-17D2-0280-AD39E981946F}"/>
              </a:ext>
            </a:extLst>
          </p:cNvPr>
          <p:cNvSpPr/>
          <p:nvPr/>
        </p:nvSpPr>
        <p:spPr>
          <a:xfrm>
            <a:off x="1455752" y="4310270"/>
            <a:ext cx="8378679" cy="10304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DD1C58C-94B1-3DE5-C22C-A0F02575C1EB}"/>
              </a:ext>
            </a:extLst>
          </p:cNvPr>
          <p:cNvSpPr/>
          <p:nvPr/>
        </p:nvSpPr>
        <p:spPr>
          <a:xfrm>
            <a:off x="1455752" y="6379245"/>
            <a:ext cx="8378679" cy="10304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 Box 2">
            <a:extLst>
              <a:ext uri="{FF2B5EF4-FFF2-40B4-BE49-F238E27FC236}">
                <a16:creationId xmlns:a16="http://schemas.microsoft.com/office/drawing/2014/main" id="{47A7EF5D-DCFD-553F-BB4C-0A712C5CD47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24909" y="2162003"/>
            <a:ext cx="2177422" cy="232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ctr"/>
            <a:r>
              <a:rPr lang="en-GB" sz="1100" dirty="0">
                <a:latin typeface="Arial" panose="020B0604020202020204" pitchFamily="34" charset="0"/>
                <a:ea typeface="TH Sarabun PSK"/>
                <a:cs typeface="TH Sarabun PSK"/>
              </a:rPr>
              <a:t>Cycle number</a:t>
            </a:r>
          </a:p>
        </p:txBody>
      </p:sp>
      <p:sp>
        <p:nvSpPr>
          <p:cNvPr id="12" name="Text Box 2">
            <a:extLst>
              <a:ext uri="{FF2B5EF4-FFF2-40B4-BE49-F238E27FC236}">
                <a16:creationId xmlns:a16="http://schemas.microsoft.com/office/drawing/2014/main" id="{65623F47-A8D3-A29F-F565-FE2C0A32FC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24909" y="4232514"/>
            <a:ext cx="2177422" cy="232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ctr"/>
            <a:r>
              <a:rPr lang="en-GB" sz="1100" dirty="0">
                <a:latin typeface="Arial" panose="020B0604020202020204" pitchFamily="34" charset="0"/>
                <a:ea typeface="TH Sarabun PSK"/>
                <a:cs typeface="TH Sarabun PSK"/>
              </a:rPr>
              <a:t>Cycle number</a:t>
            </a:r>
          </a:p>
        </p:txBody>
      </p:sp>
      <p:sp>
        <p:nvSpPr>
          <p:cNvPr id="13" name="Text Box 2">
            <a:extLst>
              <a:ext uri="{FF2B5EF4-FFF2-40B4-BE49-F238E27FC236}">
                <a16:creationId xmlns:a16="http://schemas.microsoft.com/office/drawing/2014/main" id="{C21BBE95-1A01-3E25-D39E-AE36E75AE0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24909" y="6284236"/>
            <a:ext cx="2177422" cy="232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ctr"/>
            <a:r>
              <a:rPr lang="en-GB" sz="1100" dirty="0">
                <a:latin typeface="Arial" panose="020B0604020202020204" pitchFamily="34" charset="0"/>
                <a:ea typeface="TH Sarabun PSK"/>
                <a:cs typeface="TH Sarabun PSK"/>
              </a:rPr>
              <a:t>Cycle number</a:t>
            </a:r>
          </a:p>
        </p:txBody>
      </p:sp>
      <p:sp>
        <p:nvSpPr>
          <p:cNvPr id="14" name="Text Box 2">
            <a:extLst>
              <a:ext uri="{FF2B5EF4-FFF2-40B4-BE49-F238E27FC236}">
                <a16:creationId xmlns:a16="http://schemas.microsoft.com/office/drawing/2014/main" id="{624DD4CE-2C2D-06D6-031B-CE987D0610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31590" y="6280646"/>
            <a:ext cx="2177422" cy="232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ctr"/>
            <a:r>
              <a:rPr lang="en-GB" sz="1100" dirty="0">
                <a:latin typeface="Arial" panose="020B0604020202020204" pitchFamily="34" charset="0"/>
                <a:ea typeface="TH Sarabun PSK"/>
                <a:cs typeface="TH Sarabun PSK"/>
              </a:rPr>
              <a:t>Cycle number</a:t>
            </a:r>
          </a:p>
        </p:txBody>
      </p:sp>
      <p:sp>
        <p:nvSpPr>
          <p:cNvPr id="15" name="Text Box 2">
            <a:extLst>
              <a:ext uri="{FF2B5EF4-FFF2-40B4-BE49-F238E27FC236}">
                <a16:creationId xmlns:a16="http://schemas.microsoft.com/office/drawing/2014/main" id="{2E8DF09B-3A29-B7F2-BF6E-0EF1895CEF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57249" y="6280646"/>
            <a:ext cx="2177422" cy="232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ctr"/>
            <a:r>
              <a:rPr lang="en-GB" sz="1100" dirty="0">
                <a:latin typeface="Arial" panose="020B0604020202020204" pitchFamily="34" charset="0"/>
                <a:ea typeface="TH Sarabun PSK"/>
                <a:cs typeface="TH Sarabun PSK"/>
              </a:rPr>
              <a:t>Cycle number</a:t>
            </a:r>
          </a:p>
        </p:txBody>
      </p:sp>
      <p:sp>
        <p:nvSpPr>
          <p:cNvPr id="17" name="Text Box 2">
            <a:extLst>
              <a:ext uri="{FF2B5EF4-FFF2-40B4-BE49-F238E27FC236}">
                <a16:creationId xmlns:a16="http://schemas.microsoft.com/office/drawing/2014/main" id="{9FC52EA9-1DC8-4C66-6FFE-F54792957B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30097" y="4226698"/>
            <a:ext cx="2177422" cy="232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ctr"/>
            <a:r>
              <a:rPr lang="en-GB" sz="1100" dirty="0">
                <a:latin typeface="Arial" panose="020B0604020202020204" pitchFamily="34" charset="0"/>
                <a:ea typeface="TH Sarabun PSK"/>
                <a:cs typeface="TH Sarabun PSK"/>
              </a:rPr>
              <a:t>Cycle number</a:t>
            </a:r>
          </a:p>
        </p:txBody>
      </p:sp>
      <p:sp>
        <p:nvSpPr>
          <p:cNvPr id="21" name="Text Box 2">
            <a:extLst>
              <a:ext uri="{FF2B5EF4-FFF2-40B4-BE49-F238E27FC236}">
                <a16:creationId xmlns:a16="http://schemas.microsoft.com/office/drawing/2014/main" id="{BC6CEAC4-0A63-5015-9812-2360877D31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55756" y="4226698"/>
            <a:ext cx="2177422" cy="232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ctr"/>
            <a:r>
              <a:rPr lang="en-GB" sz="1100" dirty="0">
                <a:latin typeface="Arial" panose="020B0604020202020204" pitchFamily="34" charset="0"/>
                <a:ea typeface="TH Sarabun PSK"/>
                <a:cs typeface="TH Sarabun PSK"/>
              </a:rPr>
              <a:t>Cycle number</a:t>
            </a:r>
          </a:p>
        </p:txBody>
      </p:sp>
      <p:sp>
        <p:nvSpPr>
          <p:cNvPr id="22" name="Text Box 2">
            <a:extLst>
              <a:ext uri="{FF2B5EF4-FFF2-40B4-BE49-F238E27FC236}">
                <a16:creationId xmlns:a16="http://schemas.microsoft.com/office/drawing/2014/main" id="{252D1D17-225E-4C6D-A8A2-34A1676998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28692" y="2156172"/>
            <a:ext cx="2177422" cy="232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ctr"/>
            <a:r>
              <a:rPr lang="en-GB" sz="1100" dirty="0">
                <a:latin typeface="Arial" panose="020B0604020202020204" pitchFamily="34" charset="0"/>
                <a:ea typeface="TH Sarabun PSK"/>
                <a:cs typeface="TH Sarabun PSK"/>
              </a:rPr>
              <a:t>Cycle number</a:t>
            </a:r>
          </a:p>
        </p:txBody>
      </p:sp>
      <p:sp>
        <p:nvSpPr>
          <p:cNvPr id="23" name="Text Box 2">
            <a:extLst>
              <a:ext uri="{FF2B5EF4-FFF2-40B4-BE49-F238E27FC236}">
                <a16:creationId xmlns:a16="http://schemas.microsoft.com/office/drawing/2014/main" id="{904FCF01-4AE5-EBD6-F862-0DC7AF6C820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54351" y="2156172"/>
            <a:ext cx="2177422" cy="232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ctr"/>
            <a:r>
              <a:rPr lang="en-GB" sz="1100" dirty="0">
                <a:latin typeface="Arial" panose="020B0604020202020204" pitchFamily="34" charset="0"/>
                <a:ea typeface="TH Sarabun PSK"/>
                <a:cs typeface="TH Sarabun PSK"/>
              </a:rPr>
              <a:t>Cycle number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CACB493-D04E-A4F8-9DF8-AEED30BD7B6C}"/>
              </a:ext>
            </a:extLst>
          </p:cNvPr>
          <p:cNvSpPr/>
          <p:nvPr/>
        </p:nvSpPr>
        <p:spPr>
          <a:xfrm rot="16200000">
            <a:off x="1160816" y="989666"/>
            <a:ext cx="823008" cy="2007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893A09F-E0D3-761C-2996-910E009AE9F4}"/>
              </a:ext>
            </a:extLst>
          </p:cNvPr>
          <p:cNvSpPr/>
          <p:nvPr/>
        </p:nvSpPr>
        <p:spPr>
          <a:xfrm rot="16200000">
            <a:off x="3980642" y="1067632"/>
            <a:ext cx="823008" cy="2007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1904269-9795-4D78-ED89-0BC3987472B5}"/>
              </a:ext>
            </a:extLst>
          </p:cNvPr>
          <p:cNvSpPr/>
          <p:nvPr/>
        </p:nvSpPr>
        <p:spPr>
          <a:xfrm rot="16200000">
            <a:off x="1307671" y="3208906"/>
            <a:ext cx="502256" cy="2007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05EEFE5-6A4E-AB9A-E237-EB8452960D52}"/>
              </a:ext>
            </a:extLst>
          </p:cNvPr>
          <p:cNvSpPr/>
          <p:nvPr/>
        </p:nvSpPr>
        <p:spPr>
          <a:xfrm rot="16200000">
            <a:off x="1304181" y="5213250"/>
            <a:ext cx="396345" cy="2007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3FD8DA4A-726C-66EE-1FA9-6067B896ECE4}"/>
              </a:ext>
            </a:extLst>
          </p:cNvPr>
          <p:cNvSpPr/>
          <p:nvPr/>
        </p:nvSpPr>
        <p:spPr>
          <a:xfrm rot="16200000">
            <a:off x="3983524" y="1140677"/>
            <a:ext cx="823008" cy="2007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97D2D335-34AE-8D3A-5F75-C96B4D8F75FC}"/>
              </a:ext>
            </a:extLst>
          </p:cNvPr>
          <p:cNvSpPr/>
          <p:nvPr/>
        </p:nvSpPr>
        <p:spPr>
          <a:xfrm rot="16200000">
            <a:off x="3994493" y="3407036"/>
            <a:ext cx="823008" cy="2007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E0D1B2D8-D30A-C67E-40ED-B41AD462018A}"/>
              </a:ext>
            </a:extLst>
          </p:cNvPr>
          <p:cNvSpPr/>
          <p:nvPr/>
        </p:nvSpPr>
        <p:spPr>
          <a:xfrm rot="16200000">
            <a:off x="4145001" y="5216567"/>
            <a:ext cx="327471" cy="2007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7F1B7DAE-1512-295C-59D1-4E7BC56E5EE1}"/>
              </a:ext>
            </a:extLst>
          </p:cNvPr>
          <p:cNvSpPr/>
          <p:nvPr/>
        </p:nvSpPr>
        <p:spPr>
          <a:xfrm rot="16200000">
            <a:off x="6792806" y="1102925"/>
            <a:ext cx="823008" cy="2007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EB08C357-EF1B-F1B9-9323-6F825B0FBEA4}"/>
              </a:ext>
            </a:extLst>
          </p:cNvPr>
          <p:cNvSpPr/>
          <p:nvPr/>
        </p:nvSpPr>
        <p:spPr>
          <a:xfrm rot="16200000">
            <a:off x="6821971" y="3369284"/>
            <a:ext cx="823008" cy="2007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5E646473-771A-DC53-A2CB-9E8EE0C8EB57}"/>
              </a:ext>
            </a:extLst>
          </p:cNvPr>
          <p:cNvSpPr/>
          <p:nvPr/>
        </p:nvSpPr>
        <p:spPr>
          <a:xfrm rot="16200000">
            <a:off x="6902845" y="5264774"/>
            <a:ext cx="499391" cy="2007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Text Box 2">
            <a:extLst>
              <a:ext uri="{FF2B5EF4-FFF2-40B4-BE49-F238E27FC236}">
                <a16:creationId xmlns:a16="http://schemas.microsoft.com/office/drawing/2014/main" id="{84D64FCC-E4A7-95CA-6A94-C75DC6B357F9}"/>
              </a:ext>
            </a:extLst>
          </p:cNvPr>
          <p:cNvSpPr txBox="1">
            <a:spLocks noChangeArrowheads="1"/>
          </p:cNvSpPr>
          <p:nvPr/>
        </p:nvSpPr>
        <p:spPr bwMode="auto">
          <a:xfrm rot="16200000">
            <a:off x="714659" y="1116831"/>
            <a:ext cx="1703749" cy="232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ctr"/>
            <a:r>
              <a:rPr lang="en-GB" sz="1100" dirty="0">
                <a:latin typeface="Arial" panose="020B0604020202020204" pitchFamily="34" charset="0"/>
                <a:ea typeface="TH Sarabun PSK"/>
                <a:cs typeface="TH Sarabun PSK"/>
              </a:rPr>
              <a:t>Transmittance</a:t>
            </a:r>
          </a:p>
        </p:txBody>
      </p:sp>
      <p:sp>
        <p:nvSpPr>
          <p:cNvPr id="55" name="Text Box 2">
            <a:extLst>
              <a:ext uri="{FF2B5EF4-FFF2-40B4-BE49-F238E27FC236}">
                <a16:creationId xmlns:a16="http://schemas.microsoft.com/office/drawing/2014/main" id="{34880A58-5117-23E8-93C5-AE01993D0BF8}"/>
              </a:ext>
            </a:extLst>
          </p:cNvPr>
          <p:cNvSpPr txBox="1">
            <a:spLocks noChangeArrowheads="1"/>
          </p:cNvSpPr>
          <p:nvPr/>
        </p:nvSpPr>
        <p:spPr bwMode="auto">
          <a:xfrm rot="16200000">
            <a:off x="714659" y="3174498"/>
            <a:ext cx="1703749" cy="232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ctr"/>
            <a:r>
              <a:rPr lang="en-GB" sz="1100" dirty="0">
                <a:latin typeface="Arial" panose="020B0604020202020204" pitchFamily="34" charset="0"/>
                <a:ea typeface="TH Sarabun PSK"/>
                <a:cs typeface="TH Sarabun PSK"/>
              </a:rPr>
              <a:t>D</a:t>
            </a:r>
            <a:r>
              <a:rPr lang="en-GB" sz="1100" baseline="-25000" dirty="0">
                <a:latin typeface="Arial" panose="020B0604020202020204" pitchFamily="34" charset="0"/>
                <a:ea typeface="TH Sarabun PSK"/>
                <a:cs typeface="TH Sarabun PSK"/>
              </a:rPr>
              <a:t>pct</a:t>
            </a:r>
            <a:r>
              <a:rPr lang="en-GB" sz="1100" dirty="0">
                <a:latin typeface="Arial" panose="020B0604020202020204" pitchFamily="34" charset="0"/>
                <a:ea typeface="TH Sarabun PSK"/>
                <a:cs typeface="TH Sarabun PSK"/>
              </a:rPr>
              <a:t> (%)</a:t>
            </a:r>
          </a:p>
        </p:txBody>
      </p:sp>
      <p:sp>
        <p:nvSpPr>
          <p:cNvPr id="56" name="Text Box 2">
            <a:extLst>
              <a:ext uri="{FF2B5EF4-FFF2-40B4-BE49-F238E27FC236}">
                <a16:creationId xmlns:a16="http://schemas.microsoft.com/office/drawing/2014/main" id="{A619CAAF-0065-8636-2213-424C0DA8A21D}"/>
              </a:ext>
            </a:extLst>
          </p:cNvPr>
          <p:cNvSpPr txBox="1">
            <a:spLocks noChangeArrowheads="1"/>
          </p:cNvSpPr>
          <p:nvPr/>
        </p:nvSpPr>
        <p:spPr bwMode="auto">
          <a:xfrm rot="16200000">
            <a:off x="705940" y="5245708"/>
            <a:ext cx="1703749" cy="232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ctr"/>
            <a:r>
              <a:rPr lang="en-GB" sz="1100" dirty="0">
                <a:latin typeface="Arial" panose="020B0604020202020204" pitchFamily="34" charset="0"/>
                <a:ea typeface="TH Sarabun PSK"/>
                <a:cs typeface="TH Sarabun PSK"/>
              </a:rPr>
              <a:t>IL (dB)</a:t>
            </a:r>
          </a:p>
        </p:txBody>
      </p:sp>
      <p:sp>
        <p:nvSpPr>
          <p:cNvPr id="57" name="Text Box 2">
            <a:extLst>
              <a:ext uri="{FF2B5EF4-FFF2-40B4-BE49-F238E27FC236}">
                <a16:creationId xmlns:a16="http://schemas.microsoft.com/office/drawing/2014/main" id="{6430878F-1737-71AE-05D3-80C11664B747}"/>
              </a:ext>
            </a:extLst>
          </p:cNvPr>
          <p:cNvSpPr txBox="1">
            <a:spLocks noChangeArrowheads="1"/>
          </p:cNvSpPr>
          <p:nvPr/>
        </p:nvSpPr>
        <p:spPr bwMode="auto">
          <a:xfrm rot="16200000">
            <a:off x="3539092" y="1116832"/>
            <a:ext cx="1703749" cy="232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ctr"/>
            <a:r>
              <a:rPr lang="en-GB" sz="1100" dirty="0">
                <a:latin typeface="Arial" panose="020B0604020202020204" pitchFamily="34" charset="0"/>
                <a:ea typeface="TH Sarabun PSK"/>
                <a:cs typeface="TH Sarabun PSK"/>
              </a:rPr>
              <a:t>Transmittance</a:t>
            </a:r>
          </a:p>
        </p:txBody>
      </p:sp>
      <p:sp>
        <p:nvSpPr>
          <p:cNvPr id="58" name="Text Box 2">
            <a:extLst>
              <a:ext uri="{FF2B5EF4-FFF2-40B4-BE49-F238E27FC236}">
                <a16:creationId xmlns:a16="http://schemas.microsoft.com/office/drawing/2014/main" id="{70CDDACD-F3DC-C88B-E7CA-4892CB054211}"/>
              </a:ext>
            </a:extLst>
          </p:cNvPr>
          <p:cNvSpPr txBox="1">
            <a:spLocks noChangeArrowheads="1"/>
          </p:cNvSpPr>
          <p:nvPr/>
        </p:nvSpPr>
        <p:spPr bwMode="auto">
          <a:xfrm rot="16200000">
            <a:off x="3539092" y="3174499"/>
            <a:ext cx="1703749" cy="232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ctr"/>
            <a:r>
              <a:rPr lang="en-GB" sz="1100" dirty="0">
                <a:latin typeface="Arial" panose="020B0604020202020204" pitchFamily="34" charset="0"/>
                <a:ea typeface="TH Sarabun PSK"/>
                <a:cs typeface="TH Sarabun PSK"/>
              </a:rPr>
              <a:t>D</a:t>
            </a:r>
            <a:r>
              <a:rPr lang="en-GB" sz="1100" baseline="-25000" dirty="0">
                <a:latin typeface="Arial" panose="020B0604020202020204" pitchFamily="34" charset="0"/>
                <a:ea typeface="TH Sarabun PSK"/>
                <a:cs typeface="TH Sarabun PSK"/>
              </a:rPr>
              <a:t>pct</a:t>
            </a:r>
            <a:r>
              <a:rPr lang="en-GB" sz="1100" dirty="0">
                <a:latin typeface="Arial" panose="020B0604020202020204" pitchFamily="34" charset="0"/>
                <a:ea typeface="TH Sarabun PSK"/>
                <a:cs typeface="TH Sarabun PSK"/>
              </a:rPr>
              <a:t> (%)</a:t>
            </a:r>
          </a:p>
        </p:txBody>
      </p:sp>
      <p:sp>
        <p:nvSpPr>
          <p:cNvPr id="59" name="Text Box 2">
            <a:extLst>
              <a:ext uri="{FF2B5EF4-FFF2-40B4-BE49-F238E27FC236}">
                <a16:creationId xmlns:a16="http://schemas.microsoft.com/office/drawing/2014/main" id="{2A07C4E4-B15B-F616-179F-2FB80A18A8A0}"/>
              </a:ext>
            </a:extLst>
          </p:cNvPr>
          <p:cNvSpPr txBox="1">
            <a:spLocks noChangeArrowheads="1"/>
          </p:cNvSpPr>
          <p:nvPr/>
        </p:nvSpPr>
        <p:spPr bwMode="auto">
          <a:xfrm rot="16200000">
            <a:off x="3530373" y="5245709"/>
            <a:ext cx="1703749" cy="232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ctr"/>
            <a:r>
              <a:rPr lang="en-GB" sz="1100" dirty="0">
                <a:latin typeface="Arial" panose="020B0604020202020204" pitchFamily="34" charset="0"/>
                <a:ea typeface="TH Sarabun PSK"/>
                <a:cs typeface="TH Sarabun PSK"/>
              </a:rPr>
              <a:t>IL (dB)</a:t>
            </a:r>
          </a:p>
        </p:txBody>
      </p:sp>
      <p:sp>
        <p:nvSpPr>
          <p:cNvPr id="61" name="Text Box 2">
            <a:extLst>
              <a:ext uri="{FF2B5EF4-FFF2-40B4-BE49-F238E27FC236}">
                <a16:creationId xmlns:a16="http://schemas.microsoft.com/office/drawing/2014/main" id="{DB6243F5-505A-604C-BEE1-B891AB187296}"/>
              </a:ext>
            </a:extLst>
          </p:cNvPr>
          <p:cNvSpPr txBox="1">
            <a:spLocks noChangeArrowheads="1"/>
          </p:cNvSpPr>
          <p:nvPr/>
        </p:nvSpPr>
        <p:spPr bwMode="auto">
          <a:xfrm rot="16200000">
            <a:off x="6389368" y="3174499"/>
            <a:ext cx="1703749" cy="232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ctr"/>
            <a:r>
              <a:rPr lang="en-GB" sz="1100" dirty="0">
                <a:latin typeface="Arial" panose="020B0604020202020204" pitchFamily="34" charset="0"/>
                <a:ea typeface="TH Sarabun PSK"/>
                <a:cs typeface="TH Sarabun PSK"/>
              </a:rPr>
              <a:t>D</a:t>
            </a:r>
            <a:r>
              <a:rPr lang="en-GB" sz="1100" baseline="-25000" dirty="0">
                <a:latin typeface="Arial" panose="020B0604020202020204" pitchFamily="34" charset="0"/>
                <a:ea typeface="TH Sarabun PSK"/>
                <a:cs typeface="TH Sarabun PSK"/>
              </a:rPr>
              <a:t>pct</a:t>
            </a:r>
            <a:r>
              <a:rPr lang="en-GB" sz="1100" dirty="0">
                <a:latin typeface="Arial" panose="020B0604020202020204" pitchFamily="34" charset="0"/>
                <a:ea typeface="TH Sarabun PSK"/>
                <a:cs typeface="TH Sarabun PSK"/>
              </a:rPr>
              <a:t> (%)</a:t>
            </a:r>
          </a:p>
        </p:txBody>
      </p:sp>
      <p:sp>
        <p:nvSpPr>
          <p:cNvPr id="62" name="Text Box 2">
            <a:extLst>
              <a:ext uri="{FF2B5EF4-FFF2-40B4-BE49-F238E27FC236}">
                <a16:creationId xmlns:a16="http://schemas.microsoft.com/office/drawing/2014/main" id="{A1F961E9-352D-4D64-B317-59B52B132666}"/>
              </a:ext>
            </a:extLst>
          </p:cNvPr>
          <p:cNvSpPr txBox="1">
            <a:spLocks noChangeArrowheads="1"/>
          </p:cNvSpPr>
          <p:nvPr/>
        </p:nvSpPr>
        <p:spPr bwMode="auto">
          <a:xfrm rot="16200000">
            <a:off x="6380650" y="5245709"/>
            <a:ext cx="1703749" cy="232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ctr"/>
            <a:r>
              <a:rPr lang="en-GB" sz="1100" dirty="0">
                <a:latin typeface="Arial" panose="020B0604020202020204" pitchFamily="34" charset="0"/>
                <a:ea typeface="TH Sarabun PSK"/>
                <a:cs typeface="TH Sarabun PSK"/>
              </a:rPr>
              <a:t>IL (dB)</a:t>
            </a:r>
          </a:p>
        </p:txBody>
      </p:sp>
      <p:sp>
        <p:nvSpPr>
          <p:cNvPr id="63" name="Text Box 2">
            <a:extLst>
              <a:ext uri="{FF2B5EF4-FFF2-40B4-BE49-F238E27FC236}">
                <a16:creationId xmlns:a16="http://schemas.microsoft.com/office/drawing/2014/main" id="{D7C3BD7F-9EB1-37C8-F50D-78A3E5ABCE5F}"/>
              </a:ext>
            </a:extLst>
          </p:cNvPr>
          <p:cNvSpPr txBox="1">
            <a:spLocks noChangeArrowheads="1"/>
          </p:cNvSpPr>
          <p:nvPr/>
        </p:nvSpPr>
        <p:spPr bwMode="auto">
          <a:xfrm rot="16200000">
            <a:off x="6389369" y="1116832"/>
            <a:ext cx="1703749" cy="232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ctr"/>
            <a:r>
              <a:rPr lang="en-GB" sz="1100" dirty="0">
                <a:latin typeface="Arial" panose="020B0604020202020204" pitchFamily="34" charset="0"/>
                <a:ea typeface="TH Sarabun PSK"/>
                <a:cs typeface="TH Sarabun PSK"/>
              </a:rPr>
              <a:t>Transmittance</a:t>
            </a:r>
          </a:p>
        </p:txBody>
      </p:sp>
      <p:sp>
        <p:nvSpPr>
          <p:cNvPr id="65" name="Text Box 2">
            <a:extLst>
              <a:ext uri="{FF2B5EF4-FFF2-40B4-BE49-F238E27FC236}">
                <a16:creationId xmlns:a16="http://schemas.microsoft.com/office/drawing/2014/main" id="{05EA02B3-220A-40F6-9D6F-DE307429A46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97046" y="337302"/>
            <a:ext cx="573435" cy="2501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1200" dirty="0"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  <p:sp>
        <p:nvSpPr>
          <p:cNvPr id="66" name="Text Box 2">
            <a:extLst>
              <a:ext uri="{FF2B5EF4-FFF2-40B4-BE49-F238E27FC236}">
                <a16:creationId xmlns:a16="http://schemas.microsoft.com/office/drawing/2014/main" id="{78FB7405-0026-F4AC-A042-E9AF5ED1D2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20350" y="333174"/>
            <a:ext cx="573435" cy="2501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1200" dirty="0">
                <a:latin typeface="Arial" panose="020B0604020202020204" pitchFamily="34" charset="0"/>
                <a:ea typeface="TH Sarabun PSK"/>
                <a:cs typeface="TH Sarabun PSK"/>
              </a:rPr>
              <a:t>(c)</a:t>
            </a:r>
          </a:p>
        </p:txBody>
      </p:sp>
      <p:sp>
        <p:nvSpPr>
          <p:cNvPr id="114" name="Text Box 2">
            <a:extLst>
              <a:ext uri="{FF2B5EF4-FFF2-40B4-BE49-F238E27FC236}">
                <a16:creationId xmlns:a16="http://schemas.microsoft.com/office/drawing/2014/main" id="{00DEFCA7-B487-367B-A0DE-5CE9222A062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86442" y="2411450"/>
            <a:ext cx="573435" cy="2501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1200" dirty="0">
                <a:latin typeface="Arial" panose="020B0604020202020204" pitchFamily="34" charset="0"/>
                <a:ea typeface="TH Sarabun PSK"/>
                <a:cs typeface="TH Sarabun PSK"/>
              </a:rPr>
              <a:t>(d)</a:t>
            </a:r>
          </a:p>
        </p:txBody>
      </p:sp>
      <p:sp>
        <p:nvSpPr>
          <p:cNvPr id="115" name="Text Box 2">
            <a:extLst>
              <a:ext uri="{FF2B5EF4-FFF2-40B4-BE49-F238E27FC236}">
                <a16:creationId xmlns:a16="http://schemas.microsoft.com/office/drawing/2014/main" id="{E01B2B9B-638B-C603-CF7A-0ABA3C4060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97046" y="2413186"/>
            <a:ext cx="573435" cy="2501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1200" dirty="0">
                <a:latin typeface="Arial" panose="020B0604020202020204" pitchFamily="34" charset="0"/>
                <a:ea typeface="TH Sarabun PSK"/>
                <a:cs typeface="TH Sarabun PSK"/>
              </a:rPr>
              <a:t>(e)</a:t>
            </a:r>
          </a:p>
        </p:txBody>
      </p:sp>
      <p:sp>
        <p:nvSpPr>
          <p:cNvPr id="116" name="Text Box 2">
            <a:extLst>
              <a:ext uri="{FF2B5EF4-FFF2-40B4-BE49-F238E27FC236}">
                <a16:creationId xmlns:a16="http://schemas.microsoft.com/office/drawing/2014/main" id="{5E2A3004-D094-FC17-B539-602F8ED850F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20350" y="2409058"/>
            <a:ext cx="573435" cy="2501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1200" dirty="0">
                <a:latin typeface="Arial" panose="020B0604020202020204" pitchFamily="34" charset="0"/>
                <a:ea typeface="TH Sarabun PSK"/>
                <a:cs typeface="TH Sarabun PSK"/>
              </a:rPr>
              <a:t>(f)</a:t>
            </a:r>
          </a:p>
        </p:txBody>
      </p:sp>
      <p:sp>
        <p:nvSpPr>
          <p:cNvPr id="117" name="Text Box 2">
            <a:extLst>
              <a:ext uri="{FF2B5EF4-FFF2-40B4-BE49-F238E27FC236}">
                <a16:creationId xmlns:a16="http://schemas.microsoft.com/office/drawing/2014/main" id="{50218870-2094-A98E-733B-EF59816B58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78136" y="4488037"/>
            <a:ext cx="573435" cy="2501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1200" dirty="0">
                <a:latin typeface="Arial" panose="020B0604020202020204" pitchFamily="34" charset="0"/>
                <a:ea typeface="TH Sarabun PSK"/>
                <a:cs typeface="TH Sarabun PSK"/>
              </a:rPr>
              <a:t>(g)</a:t>
            </a:r>
          </a:p>
        </p:txBody>
      </p:sp>
      <p:sp>
        <p:nvSpPr>
          <p:cNvPr id="118" name="Text Box 2">
            <a:extLst>
              <a:ext uri="{FF2B5EF4-FFF2-40B4-BE49-F238E27FC236}">
                <a16:creationId xmlns:a16="http://schemas.microsoft.com/office/drawing/2014/main" id="{26669D3F-C733-738C-BA4B-000304ECC8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88740" y="4489773"/>
            <a:ext cx="573435" cy="2501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1200" dirty="0">
                <a:latin typeface="Arial" panose="020B0604020202020204" pitchFamily="34" charset="0"/>
                <a:ea typeface="TH Sarabun PSK"/>
                <a:cs typeface="TH Sarabun PSK"/>
              </a:rPr>
              <a:t>(h)</a:t>
            </a:r>
          </a:p>
        </p:txBody>
      </p:sp>
      <p:sp>
        <p:nvSpPr>
          <p:cNvPr id="119" name="Text Box 2">
            <a:extLst>
              <a:ext uri="{FF2B5EF4-FFF2-40B4-BE49-F238E27FC236}">
                <a16:creationId xmlns:a16="http://schemas.microsoft.com/office/drawing/2014/main" id="{F3BC6548-65E4-9E38-4302-C416CA37B68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12044" y="4485645"/>
            <a:ext cx="573435" cy="2501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1200" dirty="0">
                <a:latin typeface="Arial" panose="020B0604020202020204" pitchFamily="34" charset="0"/>
                <a:ea typeface="TH Sarabun PSK"/>
                <a:cs typeface="TH Sarabun PSK"/>
              </a:rPr>
              <a:t>(i)</a:t>
            </a:r>
          </a:p>
        </p:txBody>
      </p:sp>
    </p:spTree>
    <p:extLst>
      <p:ext uri="{BB962C8B-B14F-4D97-AF65-F5344CB8AC3E}">
        <p14:creationId xmlns:p14="http://schemas.microsoft.com/office/powerpoint/2010/main" val="21599156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8E53AAE-4674-8731-E8FE-A3745702E7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47" t="11161" r="7447" b="4859"/>
          <a:stretch>
            <a:fillRect/>
          </a:stretch>
        </p:blipFill>
        <p:spPr>
          <a:xfrm>
            <a:off x="2291808" y="1205005"/>
            <a:ext cx="6936873" cy="4400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52056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B766BA90-7149-3A2F-A5D6-AFAF64F98B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904" b="4584"/>
          <a:stretch>
            <a:fillRect/>
          </a:stretch>
        </p:blipFill>
        <p:spPr>
          <a:xfrm>
            <a:off x="1980143" y="1291406"/>
            <a:ext cx="3780102" cy="415599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E7576A5-916B-3CB1-16ED-4E5A5C572A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904" b="4584"/>
          <a:stretch>
            <a:fillRect/>
          </a:stretch>
        </p:blipFill>
        <p:spPr>
          <a:xfrm>
            <a:off x="5533697" y="1291408"/>
            <a:ext cx="3780102" cy="4155991"/>
          </a:xfrm>
          <a:prstGeom prst="rect">
            <a:avLst/>
          </a:prstGeom>
        </p:spPr>
      </p:pic>
      <p:sp>
        <p:nvSpPr>
          <p:cNvPr id="2" name="Text Box 2">
            <a:extLst>
              <a:ext uri="{FF2B5EF4-FFF2-40B4-BE49-F238E27FC236}">
                <a16:creationId xmlns:a16="http://schemas.microsoft.com/office/drawing/2014/main" id="{0A13FD40-2D86-7920-8DBB-8399B2B179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64819" y="1393997"/>
            <a:ext cx="384473" cy="2399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1134" dirty="0"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3" name="Text Box 2">
            <a:extLst>
              <a:ext uri="{FF2B5EF4-FFF2-40B4-BE49-F238E27FC236}">
                <a16:creationId xmlns:a16="http://schemas.microsoft.com/office/drawing/2014/main" id="{49A0FFF7-F999-E196-A332-CDBE76F16A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10742" y="1395766"/>
            <a:ext cx="384473" cy="2399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1134" dirty="0"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15016347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4543072-3757-233B-84BE-B32C2482FD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2" t="6666" b="2516"/>
          <a:stretch>
            <a:fillRect/>
          </a:stretch>
        </p:blipFill>
        <p:spPr>
          <a:xfrm>
            <a:off x="1789275" y="808241"/>
            <a:ext cx="4105465" cy="486191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CEFE170-57FA-DADE-C41D-0522204CB9C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66" r="4529" b="2516"/>
          <a:stretch>
            <a:fillRect/>
          </a:stretch>
        </p:blipFill>
        <p:spPr>
          <a:xfrm>
            <a:off x="5497373" y="812525"/>
            <a:ext cx="3971772" cy="4857629"/>
          </a:xfrm>
          <a:prstGeom prst="rect">
            <a:avLst/>
          </a:prstGeom>
        </p:spPr>
      </p:pic>
      <p:sp>
        <p:nvSpPr>
          <p:cNvPr id="13" name="Text Box 2">
            <a:extLst>
              <a:ext uri="{FF2B5EF4-FFF2-40B4-BE49-F238E27FC236}">
                <a16:creationId xmlns:a16="http://schemas.microsoft.com/office/drawing/2014/main" id="{CB3E3DF2-12B4-3697-D3AC-8E30BBCCCF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63434" y="1109960"/>
            <a:ext cx="384473" cy="2399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1134" dirty="0"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15" name="Text Box 2">
            <a:extLst>
              <a:ext uri="{FF2B5EF4-FFF2-40B4-BE49-F238E27FC236}">
                <a16:creationId xmlns:a16="http://schemas.microsoft.com/office/drawing/2014/main" id="{CF2AFB40-0253-886C-03D1-C9E3B1D444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22484" y="1109960"/>
            <a:ext cx="384473" cy="2399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1134" dirty="0"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5793651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CA97C23-393C-ED27-FE0F-ECAF5A02B3A7}"/>
              </a:ext>
            </a:extLst>
          </p:cNvPr>
          <p:cNvGrpSpPr>
            <a:grpSpLocks noChangeAspect="1"/>
          </p:cNvGrpSpPr>
          <p:nvPr/>
        </p:nvGrpSpPr>
        <p:grpSpPr>
          <a:xfrm>
            <a:off x="3247154" y="2334439"/>
            <a:ext cx="5026185" cy="1749156"/>
            <a:chOff x="0" y="0"/>
            <a:chExt cx="5276215" cy="1892300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B1974AE-5221-AF23-B014-D6A57EE34ED6}"/>
                </a:ext>
              </a:extLst>
            </p:cNvPr>
            <p:cNvGrpSpPr/>
            <p:nvPr/>
          </p:nvGrpSpPr>
          <p:grpSpPr>
            <a:xfrm>
              <a:off x="0" y="0"/>
              <a:ext cx="5276215" cy="1892300"/>
              <a:chOff x="0" y="0"/>
              <a:chExt cx="5335797" cy="1913890"/>
            </a:xfrm>
          </p:grpSpPr>
          <p:pic>
            <p:nvPicPr>
              <p:cNvPr id="11" name="Picture 10" descr="A graph with a blue line&#10;&#10;Description automatically generated">
                <a:extLst>
                  <a:ext uri="{FF2B5EF4-FFF2-40B4-BE49-F238E27FC236}">
                    <a16:creationId xmlns:a16="http://schemas.microsoft.com/office/drawing/2014/main" id="{36FFE555-41B6-DF2D-46C4-686DCA25C7D4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424" r="4500"/>
              <a:stretch/>
            </p:blipFill>
            <p:spPr bwMode="auto">
              <a:xfrm>
                <a:off x="0" y="8626"/>
                <a:ext cx="2609850" cy="1898015"/>
              </a:xfrm>
              <a:prstGeom prst="rect">
                <a:avLst/>
              </a:prstGeom>
              <a:ln>
                <a:noFill/>
              </a:ln>
              <a:extLst>
                <a:ext uri="{53640926-AAD7-44D8-BBD7-CCE9431645EC}">
                  <a14:shadowObscured xmlns:a14="http://schemas.microsoft.com/office/drawing/2010/main"/>
                </a:ext>
              </a:extLst>
            </p:spPr>
          </p:pic>
          <p:pic>
            <p:nvPicPr>
              <p:cNvPr id="12" name="Picture 11" descr="A graph with a curved line&#10;&#10;Description automatically generated">
                <a:extLst>
                  <a:ext uri="{FF2B5EF4-FFF2-40B4-BE49-F238E27FC236}">
                    <a16:creationId xmlns:a16="http://schemas.microsoft.com/office/drawing/2014/main" id="{49788106-C9A1-1EDE-E443-0C438C42BFC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424" r="5325"/>
              <a:stretch/>
            </p:blipFill>
            <p:spPr bwMode="auto">
              <a:xfrm>
                <a:off x="2725947" y="0"/>
                <a:ext cx="2609850" cy="1913890"/>
              </a:xfrm>
              <a:prstGeom prst="rect">
                <a:avLst/>
              </a:prstGeom>
              <a:ln>
                <a:noFill/>
              </a:ln>
              <a:extLst>
                <a:ext uri="{53640926-AAD7-44D8-BBD7-CCE9431645EC}">
                  <a14:shadowObscured xmlns:a14="http://schemas.microsoft.com/office/drawing/2010/main"/>
                </a:ext>
              </a:extLst>
            </p:spPr>
          </p:pic>
        </p:grp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EF7888A4-5193-05FE-6035-C86F786A1E88}"/>
                </a:ext>
              </a:extLst>
            </p:cNvPr>
            <p:cNvCxnSpPr/>
            <p:nvPr/>
          </p:nvCxnSpPr>
          <p:spPr>
            <a:xfrm>
              <a:off x="2250057" y="640151"/>
              <a:ext cx="0" cy="6286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18FDB12C-F998-C65E-2B99-A8CB85191B46}"/>
                </a:ext>
              </a:extLst>
            </p:cNvPr>
            <p:cNvCxnSpPr/>
            <p:nvPr/>
          </p:nvCxnSpPr>
          <p:spPr>
            <a:xfrm>
              <a:off x="4967377" y="640151"/>
              <a:ext cx="0" cy="6292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7C77A9CB-BECD-5A96-C102-99D2F2D46DF5}"/>
                </a:ext>
              </a:extLst>
            </p:cNvPr>
            <p:cNvCxnSpPr/>
            <p:nvPr/>
          </p:nvCxnSpPr>
          <p:spPr>
            <a:xfrm flipV="1">
              <a:off x="3224842" y="676454"/>
              <a:ext cx="0" cy="62923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13" name="Text Box 2">
            <a:extLst>
              <a:ext uri="{FF2B5EF4-FFF2-40B4-BE49-F238E27FC236}">
                <a16:creationId xmlns:a16="http://schemas.microsoft.com/office/drawing/2014/main" id="{AEB96D17-0AC3-16C2-363E-8AB38E9C36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82853" y="2444797"/>
            <a:ext cx="292958" cy="185470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780" dirty="0"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14" name="Text Box 2">
            <a:extLst>
              <a:ext uri="{FF2B5EF4-FFF2-40B4-BE49-F238E27FC236}">
                <a16:creationId xmlns:a16="http://schemas.microsoft.com/office/drawing/2014/main" id="{FCBBE230-C788-549E-373E-7511200C9D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65861" y="2431709"/>
            <a:ext cx="292958" cy="185470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780" dirty="0"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  <p:sp>
        <p:nvSpPr>
          <p:cNvPr id="16" name="Text Box 2">
            <a:extLst>
              <a:ext uri="{FF2B5EF4-FFF2-40B4-BE49-F238E27FC236}">
                <a16:creationId xmlns:a16="http://schemas.microsoft.com/office/drawing/2014/main" id="{81A7B36C-D5AD-2A5A-2293-0E579DD1D5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40662" y="2780896"/>
            <a:ext cx="636317" cy="1854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780" dirty="0">
                <a:solidFill>
                  <a:srgbClr val="196B24"/>
                </a:solidFill>
                <a:latin typeface="Arial" panose="020B0604020202020204" pitchFamily="34" charset="0"/>
                <a:ea typeface="TH Sarabun PSK"/>
                <a:cs typeface="TH Sarabun PSK"/>
              </a:rPr>
              <a:t>n</a:t>
            </a:r>
            <a:r>
              <a:rPr lang="en-GB" sz="780" baseline="-25000" dirty="0">
                <a:solidFill>
                  <a:srgbClr val="196B24"/>
                </a:solidFill>
                <a:latin typeface="Arial" panose="020B0604020202020204" pitchFamily="34" charset="0"/>
                <a:ea typeface="TH Sarabun PSK"/>
                <a:cs typeface="TH Sarabun PSK"/>
              </a:rPr>
              <a:t>r</a:t>
            </a:r>
            <a:r>
              <a:rPr lang="en-GB" sz="780" dirty="0">
                <a:solidFill>
                  <a:srgbClr val="196B24"/>
                </a:solidFill>
                <a:latin typeface="Arial" panose="020B0604020202020204" pitchFamily="34" charset="0"/>
                <a:ea typeface="TH Sarabun PSK"/>
                <a:cs typeface="TH Sarabun PSK"/>
              </a:rPr>
              <a:t>=n</a:t>
            </a:r>
            <a:r>
              <a:rPr lang="en-GB" sz="780" baseline="-25000" dirty="0">
                <a:solidFill>
                  <a:srgbClr val="196B24"/>
                </a:solidFill>
                <a:latin typeface="Arial" panose="020B0604020202020204" pitchFamily="34" charset="0"/>
                <a:ea typeface="TH Sarabun PSK"/>
                <a:cs typeface="TH Sarabun PSK"/>
              </a:rPr>
              <a:t>a</a:t>
            </a:r>
            <a:r>
              <a:rPr lang="en-GB" sz="780" dirty="0">
                <a:solidFill>
                  <a:srgbClr val="196B24"/>
                </a:solidFill>
                <a:latin typeface="Arial" panose="020B0604020202020204" pitchFamily="34" charset="0"/>
                <a:ea typeface="TH Sarabun PSK"/>
                <a:cs typeface="TH Sarabun PSK"/>
              </a:rPr>
              <a:t>=1.0</a:t>
            </a:r>
          </a:p>
        </p:txBody>
      </p:sp>
      <p:sp>
        <p:nvSpPr>
          <p:cNvPr id="17" name="Text Box 2">
            <a:extLst>
              <a:ext uri="{FF2B5EF4-FFF2-40B4-BE49-F238E27FC236}">
                <a16:creationId xmlns:a16="http://schemas.microsoft.com/office/drawing/2014/main" id="{333B60FF-DBC5-34C3-F44B-354F029BE0E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28359" y="2951178"/>
            <a:ext cx="461713" cy="1854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780" dirty="0">
                <a:solidFill>
                  <a:srgbClr val="1515FF"/>
                </a:solidFill>
                <a:latin typeface="Arial" panose="020B0604020202020204" pitchFamily="34" charset="0"/>
                <a:ea typeface="TH Sarabun PSK"/>
                <a:cs typeface="TH Sarabun PSK"/>
              </a:rPr>
              <a:t>n</a:t>
            </a:r>
            <a:r>
              <a:rPr lang="en-GB" sz="780" baseline="-25000" dirty="0">
                <a:solidFill>
                  <a:srgbClr val="1515FF"/>
                </a:solidFill>
                <a:latin typeface="Arial" panose="020B0604020202020204" pitchFamily="34" charset="0"/>
                <a:ea typeface="TH Sarabun PSK"/>
                <a:cs typeface="TH Sarabun PSK"/>
              </a:rPr>
              <a:t>s</a:t>
            </a:r>
            <a:r>
              <a:rPr lang="en-GB" sz="780" dirty="0">
                <a:solidFill>
                  <a:srgbClr val="1515FF"/>
                </a:solidFill>
                <a:latin typeface="Arial" panose="020B0604020202020204" pitchFamily="34" charset="0"/>
                <a:ea typeface="TH Sarabun PSK"/>
                <a:cs typeface="TH Sarabun PSK"/>
              </a:rPr>
              <a:t>=1.5</a:t>
            </a:r>
          </a:p>
        </p:txBody>
      </p:sp>
    </p:spTree>
    <p:extLst>
      <p:ext uri="{BB962C8B-B14F-4D97-AF65-F5344CB8AC3E}">
        <p14:creationId xmlns:p14="http://schemas.microsoft.com/office/powerpoint/2010/main" val="34040992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a graph&#10;&#10;Description automatically generated">
            <a:extLst>
              <a:ext uri="{FF2B5EF4-FFF2-40B4-BE49-F238E27FC236}">
                <a16:creationId xmlns:a16="http://schemas.microsoft.com/office/drawing/2014/main" id="{972D6D58-2774-2DF0-7C4C-E4BCF614144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690" r="7099"/>
          <a:stretch/>
        </p:blipFill>
        <p:spPr bwMode="auto">
          <a:xfrm>
            <a:off x="4171368" y="1908531"/>
            <a:ext cx="2905256" cy="1862413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8351155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0D8ACBB4-61B2-962A-7526-43176ABF5743}"/>
              </a:ext>
            </a:extLst>
          </p:cNvPr>
          <p:cNvGrpSpPr/>
          <p:nvPr/>
        </p:nvGrpSpPr>
        <p:grpSpPr>
          <a:xfrm>
            <a:off x="3473382" y="1673716"/>
            <a:ext cx="5119440" cy="1913715"/>
            <a:chOff x="4507370" y="411014"/>
            <a:chExt cx="7223905" cy="2700391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0DB89C2E-D261-4FBD-7B0E-36D1FF73EC7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053" r="6013"/>
            <a:stretch/>
          </p:blipFill>
          <p:spPr bwMode="auto">
            <a:xfrm>
              <a:off x="4507370" y="411014"/>
              <a:ext cx="3602933" cy="2700391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pic>
          <p:nvPicPr>
            <p:cNvPr id="22" name="Picture 21" descr="A graph with red and green arrows&#10;&#10;Description automatically generated">
              <a:extLst>
                <a:ext uri="{FF2B5EF4-FFF2-40B4-BE49-F238E27FC236}">
                  <a16:creationId xmlns:a16="http://schemas.microsoft.com/office/drawing/2014/main" id="{88EA67B4-BCCD-14A3-9822-8E96E32AD56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053" r="5552"/>
            <a:stretch/>
          </p:blipFill>
          <p:spPr bwMode="auto">
            <a:xfrm>
              <a:off x="8110303" y="411014"/>
              <a:ext cx="3620972" cy="2700391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sp>
          <p:nvSpPr>
            <p:cNvPr id="18" name="Text Box 2">
              <a:extLst>
                <a:ext uri="{FF2B5EF4-FFF2-40B4-BE49-F238E27FC236}">
                  <a16:creationId xmlns:a16="http://schemas.microsoft.com/office/drawing/2014/main" id="{648CED21-64BB-F935-25F9-728CB216A8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914193" y="1364565"/>
              <a:ext cx="1267532" cy="31250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noAutofit/>
            </a:bodyPr>
            <a:lstStyle/>
            <a:p>
              <a:pPr algn="ctr"/>
              <a:r>
                <a:rPr lang="en-GB" sz="780" dirty="0">
                  <a:solidFill>
                    <a:srgbClr val="12512A"/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θ =</a:t>
              </a:r>
              <a:r>
                <a:rPr lang="ar-SA" sz="780" dirty="0">
                  <a:solidFill>
                    <a:srgbClr val="12512A"/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 </a:t>
              </a:r>
              <a:r>
                <a:rPr lang="en-GB" sz="780" dirty="0">
                  <a:solidFill>
                    <a:srgbClr val="12512A"/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1.18 QWOT</a:t>
              </a:r>
            </a:p>
          </p:txBody>
        </p:sp>
        <p:sp>
          <p:nvSpPr>
            <p:cNvPr id="19" name="Text Box 2">
              <a:extLst>
                <a:ext uri="{FF2B5EF4-FFF2-40B4-BE49-F238E27FC236}">
                  <a16:creationId xmlns:a16="http://schemas.microsoft.com/office/drawing/2014/main" id="{98398C8C-7CF4-7DF6-C758-242A61F2ADC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877425" y="2077724"/>
              <a:ext cx="1277043" cy="31250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noAutofit/>
            </a:bodyPr>
            <a:lstStyle/>
            <a:p>
              <a:pPr algn="ctr"/>
              <a:r>
                <a:rPr lang="en-GB" sz="780" dirty="0">
                  <a:solidFill>
                    <a:srgbClr val="86313B"/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θ = 1.47 QWOT</a:t>
              </a:r>
            </a:p>
          </p:txBody>
        </p:sp>
      </p:grpSp>
      <p:sp>
        <p:nvSpPr>
          <p:cNvPr id="5" name="Text Box 2">
            <a:extLst>
              <a:ext uri="{FF2B5EF4-FFF2-40B4-BE49-F238E27FC236}">
                <a16:creationId xmlns:a16="http://schemas.microsoft.com/office/drawing/2014/main" id="{AF027207-819D-A914-A6E7-739BC7C6FB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50048" y="1847235"/>
            <a:ext cx="905016" cy="2214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noAutofit/>
          </a:bodyPr>
          <a:lstStyle/>
          <a:p>
            <a:pPr algn="ctr"/>
            <a:r>
              <a:rPr lang="en-GB" sz="780" dirty="0">
                <a:solidFill>
                  <a:srgbClr val="86313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θ = 0.53 QWOT</a:t>
            </a:r>
          </a:p>
        </p:txBody>
      </p:sp>
      <p:sp>
        <p:nvSpPr>
          <p:cNvPr id="6" name="Text Box 2">
            <a:extLst>
              <a:ext uri="{FF2B5EF4-FFF2-40B4-BE49-F238E27FC236}">
                <a16:creationId xmlns:a16="http://schemas.microsoft.com/office/drawing/2014/main" id="{2C4F75EB-F234-5CBF-0BBC-A13E8865A8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25144" y="2349479"/>
            <a:ext cx="898276" cy="2214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noAutofit/>
          </a:bodyPr>
          <a:lstStyle/>
          <a:p>
            <a:pPr algn="ctr"/>
            <a:r>
              <a:rPr lang="en-GB" sz="780" dirty="0">
                <a:solidFill>
                  <a:srgbClr val="12512A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θ =</a:t>
            </a:r>
            <a:r>
              <a:rPr lang="ar-SA" sz="780" dirty="0">
                <a:solidFill>
                  <a:srgbClr val="12512A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n-GB" sz="780" dirty="0">
                <a:solidFill>
                  <a:srgbClr val="12512A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0.82 QWOT</a:t>
            </a:r>
          </a:p>
        </p:txBody>
      </p:sp>
      <p:sp>
        <p:nvSpPr>
          <p:cNvPr id="7" name="Text Box 2">
            <a:extLst>
              <a:ext uri="{FF2B5EF4-FFF2-40B4-BE49-F238E27FC236}">
                <a16:creationId xmlns:a16="http://schemas.microsoft.com/office/drawing/2014/main" id="{F3801EE3-1CAB-EA23-DEE4-9A03017748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18757" y="1741034"/>
            <a:ext cx="292958" cy="1854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780" dirty="0"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8" name="Text Box 2">
            <a:extLst>
              <a:ext uri="{FF2B5EF4-FFF2-40B4-BE49-F238E27FC236}">
                <a16:creationId xmlns:a16="http://schemas.microsoft.com/office/drawing/2014/main" id="{6AA382DE-E6E6-82B8-E565-399AF630E8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71738" y="1737665"/>
            <a:ext cx="292958" cy="1854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780" dirty="0"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26193107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E2ADBCA-D6A6-9910-70D4-17FFA99EF7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2" r="1532"/>
          <a:stretch/>
        </p:blipFill>
        <p:spPr bwMode="auto">
          <a:xfrm>
            <a:off x="3445606" y="2653495"/>
            <a:ext cx="2473450" cy="1913438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B0EBC14-0BB4-6E8C-6D00-93F2177952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7" r="2117"/>
          <a:stretch/>
        </p:blipFill>
        <p:spPr bwMode="auto">
          <a:xfrm>
            <a:off x="5809969" y="2653495"/>
            <a:ext cx="2443358" cy="1913438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6" name="Text Box 2">
            <a:extLst>
              <a:ext uri="{FF2B5EF4-FFF2-40B4-BE49-F238E27FC236}">
                <a16:creationId xmlns:a16="http://schemas.microsoft.com/office/drawing/2014/main" id="{40D0B4EA-A818-9516-959C-15117063DA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70842" y="2853464"/>
            <a:ext cx="292958" cy="1854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780" dirty="0"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7" name="Text Box 2">
            <a:extLst>
              <a:ext uri="{FF2B5EF4-FFF2-40B4-BE49-F238E27FC236}">
                <a16:creationId xmlns:a16="http://schemas.microsoft.com/office/drawing/2014/main" id="{B09B790E-0D83-AF87-B9EA-AC895D36F1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35206" y="2854358"/>
            <a:ext cx="292958" cy="1854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780" dirty="0"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17495622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aph of a graph with lines and dots&#10;&#10;AI-generated content may be incorrect.">
            <a:extLst>
              <a:ext uri="{FF2B5EF4-FFF2-40B4-BE49-F238E27FC236}">
                <a16:creationId xmlns:a16="http://schemas.microsoft.com/office/drawing/2014/main" id="{53DF7E74-E12F-4C21-2D04-5494F0B1735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29" r="5325"/>
          <a:stretch/>
        </p:blipFill>
        <p:spPr bwMode="auto">
          <a:xfrm>
            <a:off x="4924573" y="1870024"/>
            <a:ext cx="2542523" cy="1913438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E9521E1-27DC-81BE-6008-49DB65147BC5}"/>
              </a:ext>
            </a:extLst>
          </p:cNvPr>
          <p:cNvSpPr/>
          <p:nvPr/>
        </p:nvSpPr>
        <p:spPr>
          <a:xfrm>
            <a:off x="5657643" y="1870025"/>
            <a:ext cx="1269035" cy="12803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501"/>
          </a:p>
        </p:txBody>
      </p:sp>
    </p:spTree>
    <p:extLst>
      <p:ext uri="{BB962C8B-B14F-4D97-AF65-F5344CB8AC3E}">
        <p14:creationId xmlns:p14="http://schemas.microsoft.com/office/powerpoint/2010/main" val="37716764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aph of a graph with lines and dots&#10;&#10;AI-generated content may be incorrect.">
            <a:extLst>
              <a:ext uri="{FF2B5EF4-FFF2-40B4-BE49-F238E27FC236}">
                <a16:creationId xmlns:a16="http://schemas.microsoft.com/office/drawing/2014/main" id="{4DCFF097-E25A-9434-D9E5-91C00A53FFE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44" r="7982"/>
          <a:stretch/>
        </p:blipFill>
        <p:spPr bwMode="auto">
          <a:xfrm>
            <a:off x="4950225" y="2615243"/>
            <a:ext cx="2480509" cy="1913438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3" name="Text Box 2">
            <a:extLst>
              <a:ext uri="{FF2B5EF4-FFF2-40B4-BE49-F238E27FC236}">
                <a16:creationId xmlns:a16="http://schemas.microsoft.com/office/drawing/2014/main" id="{2F5C5EC3-0CCF-B58D-5422-1BFC3BD274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99239" y="3877271"/>
            <a:ext cx="1058029" cy="2214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noAutofit/>
          </a:bodyPr>
          <a:lstStyle/>
          <a:p>
            <a:pPr algn="ctr"/>
            <a:r>
              <a:rPr lang="en-GB" sz="780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Compensator layer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5AA919B-DDC1-FED6-A8BC-37A2DDE69700}"/>
              </a:ext>
            </a:extLst>
          </p:cNvPr>
          <p:cNvCxnSpPr>
            <a:cxnSpLocks/>
          </p:cNvCxnSpPr>
          <p:nvPr/>
        </p:nvCxnSpPr>
        <p:spPr>
          <a:xfrm flipH="1" flipV="1">
            <a:off x="5499238" y="3917358"/>
            <a:ext cx="81003" cy="49502"/>
          </a:xfrm>
          <a:prstGeom prst="straightConnector1">
            <a:avLst/>
          </a:prstGeom>
          <a:ln>
            <a:solidFill>
              <a:srgbClr val="BBBB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38972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12354664-4D6D-CF56-363E-216E97D139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61442" y="1266036"/>
            <a:ext cx="3509428" cy="394810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141238A-1BAD-3EAF-5FEA-2315E5C703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70870" y="1266036"/>
            <a:ext cx="3509428" cy="3948105"/>
          </a:xfrm>
          <a:prstGeom prst="rect">
            <a:avLst/>
          </a:prstGeom>
        </p:spPr>
      </p:pic>
      <p:sp>
        <p:nvSpPr>
          <p:cNvPr id="2" name="Text Box 2">
            <a:extLst>
              <a:ext uri="{FF2B5EF4-FFF2-40B4-BE49-F238E27FC236}">
                <a16:creationId xmlns:a16="http://schemas.microsoft.com/office/drawing/2014/main" id="{6AB05161-78B6-0F36-FDCF-34AD20B567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63426" y="1745748"/>
            <a:ext cx="358086" cy="5273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ctr"/>
            <a:r>
              <a:rPr lang="en-GB" sz="1501" b="1" dirty="0"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3" name="Text Box 2">
            <a:extLst>
              <a:ext uri="{FF2B5EF4-FFF2-40B4-BE49-F238E27FC236}">
                <a16:creationId xmlns:a16="http://schemas.microsoft.com/office/drawing/2014/main" id="{42D66ADB-11E7-4E11-124E-0E64D40C54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72853" y="1745748"/>
            <a:ext cx="358086" cy="5273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ctr"/>
            <a:r>
              <a:rPr lang="en-GB" sz="1501" b="1" dirty="0"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6983219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79CC76B-1FCF-4E55-8AB9-C5CB0D3E97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6431" y="1266036"/>
            <a:ext cx="3513813" cy="394810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12FB05B-2C12-341A-6065-2B8054A0D6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62438" y="1266036"/>
            <a:ext cx="3509428" cy="3948105"/>
          </a:xfrm>
          <a:prstGeom prst="rect">
            <a:avLst/>
          </a:prstGeom>
        </p:spPr>
      </p:pic>
      <p:sp>
        <p:nvSpPr>
          <p:cNvPr id="8" name="Text Box 2">
            <a:extLst>
              <a:ext uri="{FF2B5EF4-FFF2-40B4-BE49-F238E27FC236}">
                <a16:creationId xmlns:a16="http://schemas.microsoft.com/office/drawing/2014/main" id="{648562E1-ABE5-C0E2-815D-B98765E080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47948" y="1745748"/>
            <a:ext cx="358086" cy="5273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ctr"/>
            <a:r>
              <a:rPr lang="en-GB" sz="1501" b="1" dirty="0"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9" name="Text Box 2">
            <a:extLst>
              <a:ext uri="{FF2B5EF4-FFF2-40B4-BE49-F238E27FC236}">
                <a16:creationId xmlns:a16="http://schemas.microsoft.com/office/drawing/2014/main" id="{B734F301-707A-C5FD-6707-3C118FE400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64421" y="1745748"/>
            <a:ext cx="358086" cy="5273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ctr"/>
            <a:r>
              <a:rPr lang="en-GB" sz="1501" b="1" dirty="0"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224061483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CF18D20-C83F-4801-5C29-02FDF1BDF7C1}"/>
              </a:ext>
            </a:extLst>
          </p:cNvPr>
          <p:cNvGrpSpPr/>
          <p:nvPr/>
        </p:nvGrpSpPr>
        <p:grpSpPr>
          <a:xfrm>
            <a:off x="3816870" y="2122257"/>
            <a:ext cx="3886754" cy="1198833"/>
            <a:chOff x="0" y="7952"/>
            <a:chExt cx="5762979" cy="1792427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7C559DF-8EB1-3519-7A99-DFC9F64AF8BF}"/>
                </a:ext>
              </a:extLst>
            </p:cNvPr>
            <p:cNvGrpSpPr/>
            <p:nvPr/>
          </p:nvGrpSpPr>
          <p:grpSpPr>
            <a:xfrm>
              <a:off x="0" y="7952"/>
              <a:ext cx="5762979" cy="1792427"/>
              <a:chOff x="0" y="7952"/>
              <a:chExt cx="5762979" cy="1792427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F149770E-4A82-8C47-6743-5D9F07B64CAA}"/>
                  </a:ext>
                </a:extLst>
              </p:cNvPr>
              <p:cNvGrpSpPr/>
              <p:nvPr/>
            </p:nvGrpSpPr>
            <p:grpSpPr>
              <a:xfrm>
                <a:off x="0" y="7952"/>
                <a:ext cx="5762979" cy="1792427"/>
                <a:chOff x="0" y="7952"/>
                <a:chExt cx="5762979" cy="1792427"/>
              </a:xfrm>
            </p:grpSpPr>
            <p:grpSp>
              <p:nvGrpSpPr>
                <p:cNvPr id="8" name="Group 7">
                  <a:extLst>
                    <a:ext uri="{FF2B5EF4-FFF2-40B4-BE49-F238E27FC236}">
                      <a16:creationId xmlns:a16="http://schemas.microsoft.com/office/drawing/2014/main" id="{FF272D9A-AA6C-AC95-2A8A-ABDAEB7D7802}"/>
                    </a:ext>
                  </a:extLst>
                </p:cNvPr>
                <p:cNvGrpSpPr/>
                <p:nvPr/>
              </p:nvGrpSpPr>
              <p:grpSpPr>
                <a:xfrm>
                  <a:off x="0" y="7952"/>
                  <a:ext cx="5762979" cy="1792427"/>
                  <a:chOff x="0" y="211782"/>
                  <a:chExt cx="6797630" cy="2309254"/>
                </a:xfrm>
              </p:grpSpPr>
              <p:pic>
                <p:nvPicPr>
                  <p:cNvPr id="13" name="Picture 12" descr="A graph of a function&#10;&#10;Description automatically generated">
                    <a:extLst>
                      <a:ext uri="{FF2B5EF4-FFF2-40B4-BE49-F238E27FC236}">
                        <a16:creationId xmlns:a16="http://schemas.microsoft.com/office/drawing/2014/main" id="{AC58C6B8-E75D-379D-F763-0DF313246EF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2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t="8440" r="3"/>
                  <a:stretch/>
                </p:blipFill>
                <p:spPr>
                  <a:xfrm>
                    <a:off x="0" y="211782"/>
                    <a:ext cx="3359668" cy="2307029"/>
                  </a:xfrm>
                  <a:prstGeom prst="rect">
                    <a:avLst/>
                  </a:prstGeom>
                </p:spPr>
              </p:pic>
              <p:pic>
                <p:nvPicPr>
                  <p:cNvPr id="14" name="Picture 13" descr="A green line on a white background&#10;&#10;Description automatically generated">
                    <a:extLst>
                      <a:ext uri="{FF2B5EF4-FFF2-40B4-BE49-F238E27FC236}">
                        <a16:creationId xmlns:a16="http://schemas.microsoft.com/office/drawing/2014/main" id="{30B66BF1-D097-DECC-F1FF-71190AA46E8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t="8442"/>
                  <a:stretch/>
                </p:blipFill>
                <p:spPr bwMode="auto">
                  <a:xfrm>
                    <a:off x="3434317" y="211782"/>
                    <a:ext cx="3363313" cy="2309254"/>
                  </a:xfrm>
                  <a:prstGeom prst="rect">
                    <a:avLst/>
                  </a:prstGeom>
                  <a:ln>
                    <a:noFill/>
                  </a:ln>
                  <a:extLst>
                    <a:ext uri="{53640926-AAD7-44D8-BBD7-CCE9431645EC}">
                      <a14:shadowObscured xmlns:a14="http://schemas.microsoft.com/office/drawing/2010/main"/>
                    </a:ext>
                  </a:extLst>
                </p:spPr>
              </p:pic>
            </p:grpSp>
            <p:sp>
              <p:nvSpPr>
                <p:cNvPr id="9" name="Text Box 2">
                  <a:extLst>
                    <a:ext uri="{FF2B5EF4-FFF2-40B4-BE49-F238E27FC236}">
                      <a16:creationId xmlns:a16="http://schemas.microsoft.com/office/drawing/2014/main" id="{D0ADAEE1-2210-6DFD-455B-ADF0FBC147D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012610" y="115290"/>
                  <a:ext cx="523898" cy="42036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64802" tIns="32402" rIns="64802" bIns="32402" anchor="t" anchorCtr="0">
                  <a:noAutofit/>
                </a:bodyPr>
                <a:lstStyle/>
                <a:p>
                  <a:r>
                    <a:rPr lang="en-US" sz="567"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 </a:t>
                  </a:r>
                  <a:r>
                    <a:rPr lang="en-US" sz="567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0</a:t>
                  </a:r>
                  <a:endParaRPr lang="en-GB" sz="708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567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567" baseline="-2500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 </a:t>
                  </a:r>
                  <a:r>
                    <a:rPr lang="en-US" sz="567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1.5</a:t>
                  </a:r>
                  <a:endParaRPr lang="en-GB" sz="708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567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708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567" b="1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708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sp>
              <p:nvSpPr>
                <p:cNvPr id="10" name="Text Box 2">
                  <a:extLst>
                    <a:ext uri="{FF2B5EF4-FFF2-40B4-BE49-F238E27FC236}">
                      <a16:creationId xmlns:a16="http://schemas.microsoft.com/office/drawing/2014/main" id="{D06898F4-2B1D-9A43-7583-83A28CC041C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913046" y="55397"/>
                  <a:ext cx="530876" cy="387077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64802" tIns="32402" rIns="64802" bIns="32402" anchor="t" anchorCtr="0">
                  <a:noAutofit/>
                </a:bodyPr>
                <a:lstStyle/>
                <a:p>
                  <a:r>
                    <a:rPr lang="en-US" sz="567" dirty="0"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 </a:t>
                  </a:r>
                  <a:r>
                    <a:rPr lang="en-US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0</a:t>
                  </a:r>
                  <a:endParaRPr lang="en-GB" sz="708" dirty="0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567" baseline="-25000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</a:t>
                  </a:r>
                  <a:r>
                    <a:rPr lang="en-US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1.5</a:t>
                  </a:r>
                  <a:endParaRPr lang="en-GB" sz="708" dirty="0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708" dirty="0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567" b="1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708" dirty="0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sp>
              <p:nvSpPr>
                <p:cNvPr id="11" name="Text Box 2">
                  <a:extLst>
                    <a:ext uri="{FF2B5EF4-FFF2-40B4-BE49-F238E27FC236}">
                      <a16:creationId xmlns:a16="http://schemas.microsoft.com/office/drawing/2014/main" id="{FF5C3CEE-482A-BD80-CF39-20EADA25DE1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563088" y="89978"/>
                  <a:ext cx="679943" cy="34780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64802" tIns="32402" rIns="64802" bIns="32402" anchor="t" anchorCtr="0">
                  <a:noAutofit/>
                </a:bodyPr>
                <a:lstStyle/>
                <a:p>
                  <a:r>
                    <a:rPr lang="en-US" sz="567" dirty="0"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</a:t>
                  </a:r>
                  <a:r>
                    <a:rPr lang="en-US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</a:t>
                  </a:r>
                  <a:r>
                    <a:rPr lang="en-US" sz="567" dirty="0"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π</a:t>
                  </a:r>
                  <a:r>
                    <a:rPr lang="ar-SA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/</a:t>
                  </a:r>
                  <a:r>
                    <a:rPr lang="en-GB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2</a:t>
                  </a:r>
                </a:p>
                <a:p>
                  <a:r>
                    <a:rPr lang="en-US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567" baseline="-25000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</a:t>
                  </a:r>
                  <a:r>
                    <a:rPr lang="en-US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0.96</a:t>
                  </a:r>
                  <a:endParaRPr lang="en-GB" sz="708" dirty="0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sp>
              <p:nvSpPr>
                <p:cNvPr id="12" name="Text Box 2">
                  <a:extLst>
                    <a:ext uri="{FF2B5EF4-FFF2-40B4-BE49-F238E27FC236}">
                      <a16:creationId xmlns:a16="http://schemas.microsoft.com/office/drawing/2014/main" id="{1A845EEA-765B-D6AD-5F42-F7DCA40697B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15048" y="72551"/>
                  <a:ext cx="639862" cy="420370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64802" tIns="32402" rIns="64802" bIns="32402" anchor="t" anchorCtr="0">
                  <a:noAutofit/>
                </a:bodyPr>
                <a:lstStyle/>
                <a:p>
                  <a:r>
                    <a:rPr lang="en-US" sz="567" dirty="0"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 </a:t>
                  </a:r>
                  <a:r>
                    <a:rPr lang="en-US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</a:t>
                  </a:r>
                  <a:r>
                    <a:rPr lang="en-US" sz="567" dirty="0"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π</a:t>
                  </a:r>
                  <a:r>
                    <a:rPr lang="en-GB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/2</a:t>
                  </a:r>
                </a:p>
                <a:p>
                  <a:r>
                    <a:rPr lang="en-US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567" baseline="-25000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</a:t>
                  </a:r>
                  <a:r>
                    <a:rPr lang="en-US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1.00</a:t>
                  </a:r>
                  <a:endParaRPr lang="en-GB" sz="708" dirty="0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567" b="1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708" dirty="0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7" name="Text Box 2">
                <a:extLst>
                  <a:ext uri="{FF2B5EF4-FFF2-40B4-BE49-F238E27FC236}">
                    <a16:creationId xmlns:a16="http://schemas.microsoft.com/office/drawing/2014/main" id="{EA5E015F-6F0F-4D6F-77EF-1C4357684C4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2371" y="1323877"/>
                <a:ext cx="3962539" cy="3553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noAutofit/>
              </a:bodyPr>
              <a:lstStyle/>
              <a:p>
                <a:r>
                  <a:rPr lang="en-US" sz="708" b="1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(a)			 (b)</a:t>
                </a:r>
                <a:endParaRPr lang="en-GB" sz="708" dirty="0"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</p:txBody>
          </p:sp>
        </p:grp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CB621B26-390A-DCCF-B11F-F19A8B4C4440}"/>
                </a:ext>
              </a:extLst>
            </p:cNvPr>
            <p:cNvCxnSpPr/>
            <p:nvPr/>
          </p:nvCxnSpPr>
          <p:spPr>
            <a:xfrm flipV="1">
              <a:off x="563088" y="121227"/>
              <a:ext cx="0" cy="692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FB6CA4C0-7DC6-0D13-B039-B3D486CD468B}"/>
                </a:ext>
              </a:extLst>
            </p:cNvPr>
            <p:cNvCxnSpPr/>
            <p:nvPr/>
          </p:nvCxnSpPr>
          <p:spPr>
            <a:xfrm flipV="1">
              <a:off x="3615047" y="115290"/>
              <a:ext cx="0" cy="692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400501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4972</TotalTime>
  <Words>259</Words>
  <Application>Microsoft Office PowerPoint</Application>
  <PresentationFormat>Custom</PresentationFormat>
  <Paragraphs>92</Paragraphs>
  <Slides>22</Slides>
  <Notes>1</Notes>
  <HiddenSlides>10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9" baseType="lpstr">
      <vt:lpstr>Aptos</vt:lpstr>
      <vt:lpstr>Aptos Display</vt:lpstr>
      <vt:lpstr>Arial</vt:lpstr>
      <vt:lpstr>Calibri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Chettant Padungatthakij</dc:creator>
  <cp:lastModifiedBy>Chettanat Padungatthakij</cp:lastModifiedBy>
  <cp:revision>38</cp:revision>
  <dcterms:created xsi:type="dcterms:W3CDTF">2026-01-12T00:22:11Z</dcterms:created>
  <dcterms:modified xsi:type="dcterms:W3CDTF">2026-07-06T10:28:30Z</dcterms:modified>
</cp:coreProperties>
</file>
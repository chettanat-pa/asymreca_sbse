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7" r:id="rId2"/>
    <p:sldId id="268" r:id="rId3"/>
    <p:sldId id="269" r:id="rId4"/>
    <p:sldId id="270" r:id="rId5"/>
    <p:sldId id="271" r:id="rId6"/>
    <p:sldId id="272" r:id="rId7"/>
    <p:sldId id="273" r:id="rId8"/>
    <p:sldId id="266" r:id="rId9"/>
    <p:sldId id="256" r:id="rId10"/>
    <p:sldId id="257" r:id="rId11"/>
    <p:sldId id="258" r:id="rId12"/>
    <p:sldId id="260" r:id="rId13"/>
    <p:sldId id="261" r:id="rId14"/>
    <p:sldId id="262" r:id="rId15"/>
    <p:sldId id="264" r:id="rId16"/>
    <p:sldId id="265" r:id="rId17"/>
    <p:sldId id="25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FF"/>
    <a:srgbClr val="FFAF24"/>
    <a:srgbClr val="6A6AFF"/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373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B8F0EC-0887-CF59-65E7-B34DD0AA15BE}"/>
              </a:ext>
            </a:extLst>
          </p:cNvPr>
          <p:cNvSpPr/>
          <p:nvPr/>
        </p:nvSpPr>
        <p:spPr>
          <a:xfrm>
            <a:off x="3556236" y="3880739"/>
            <a:ext cx="5281502" cy="195071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Substrate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00CBF4-C87C-8EA4-40E3-75E5BD3CC923}"/>
              </a:ext>
            </a:extLst>
          </p:cNvPr>
          <p:cNvSpPr/>
          <p:nvPr/>
        </p:nvSpPr>
        <p:spPr>
          <a:xfrm>
            <a:off x="3556237" y="2826744"/>
            <a:ext cx="5281498" cy="10539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Film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DF0614-9416-BE65-3537-D556EF6446F9}"/>
              </a:ext>
            </a:extLst>
          </p:cNvPr>
          <p:cNvCxnSpPr>
            <a:cxnSpLocks/>
          </p:cNvCxnSpPr>
          <p:nvPr/>
        </p:nvCxnSpPr>
        <p:spPr>
          <a:xfrm flipV="1">
            <a:off x="5778020" y="1699731"/>
            <a:ext cx="2547126" cy="2193709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091AAD-134C-0EAD-F4A2-6BC8EE5317E6}"/>
              </a:ext>
            </a:extLst>
          </p:cNvPr>
          <p:cNvCxnSpPr>
            <a:cxnSpLocks/>
          </p:cNvCxnSpPr>
          <p:nvPr/>
        </p:nvCxnSpPr>
        <p:spPr>
          <a:xfrm>
            <a:off x="5778021" y="1663700"/>
            <a:ext cx="0" cy="458470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5A4E198-88D5-A962-8272-D77462BC6181}"/>
              </a:ext>
            </a:extLst>
          </p:cNvPr>
          <p:cNvSpPr txBox="1"/>
          <p:nvPr/>
        </p:nvSpPr>
        <p:spPr>
          <a:xfrm>
            <a:off x="6833138" y="181036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75321D-45E2-AB97-A7B5-0408E4773235}"/>
              </a:ext>
            </a:extLst>
          </p:cNvPr>
          <p:cNvSpPr txBox="1"/>
          <p:nvPr/>
        </p:nvSpPr>
        <p:spPr>
          <a:xfrm>
            <a:off x="8070147" y="180810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E1AC66-5568-7FAE-96E5-10169FD28F2D}"/>
              </a:ext>
            </a:extLst>
          </p:cNvPr>
          <p:cNvCxnSpPr>
            <a:cxnSpLocks/>
          </p:cNvCxnSpPr>
          <p:nvPr/>
        </p:nvCxnSpPr>
        <p:spPr>
          <a:xfrm flipV="1">
            <a:off x="5778020" y="1685297"/>
            <a:ext cx="1308580" cy="1127013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ight Brace 65">
            <a:extLst>
              <a:ext uri="{FF2B5EF4-FFF2-40B4-BE49-F238E27FC236}">
                <a16:creationId xmlns:a16="http://schemas.microsoft.com/office/drawing/2014/main" id="{72F1F781-8B83-9D86-1431-22905D416A8E}"/>
              </a:ext>
            </a:extLst>
          </p:cNvPr>
          <p:cNvSpPr/>
          <p:nvPr/>
        </p:nvSpPr>
        <p:spPr>
          <a:xfrm>
            <a:off x="8207277" y="2838188"/>
            <a:ext cx="213360" cy="1030700"/>
          </a:xfrm>
          <a:prstGeom prst="rightBrace">
            <a:avLst>
              <a:gd name="adj1" fmla="val 8333"/>
              <a:gd name="adj2" fmla="val 5147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/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B8A2F634-2561-D36F-7A29-B3E4BBF61D72}"/>
              </a:ext>
            </a:extLst>
          </p:cNvPr>
          <p:cNvSpPr txBox="1"/>
          <p:nvPr/>
        </p:nvSpPr>
        <p:spPr>
          <a:xfrm>
            <a:off x="3556236" y="169380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Air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CDA26CED-98F1-D813-8804-C77184064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1" t="5158" r="5391" b="1193"/>
          <a:stretch>
            <a:fillRect/>
          </a:stretch>
        </p:blipFill>
        <p:spPr>
          <a:xfrm>
            <a:off x="810883" y="-5921"/>
            <a:ext cx="10171860" cy="6863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242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6EBC8-52A1-29FF-D24F-B8095CBAD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0"/>
            <a:ext cx="1066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7B01A373-DB2F-AF26-73B5-896B2A3F7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" t="6389" b="3056"/>
          <a:stretch>
            <a:fillRect/>
          </a:stretch>
        </p:blipFill>
        <p:spPr>
          <a:xfrm>
            <a:off x="828674" y="438150"/>
            <a:ext cx="5267325" cy="62103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91B6315-832B-3120-7E88-1A868EB1FE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9" r="3499" b="3056"/>
          <a:stretch>
            <a:fillRect/>
          </a:stretch>
        </p:blipFill>
        <p:spPr>
          <a:xfrm>
            <a:off x="5644460" y="438148"/>
            <a:ext cx="5147365" cy="6210301"/>
          </a:xfrm>
          <a:prstGeom prst="rect">
            <a:avLst/>
          </a:prstGeom>
        </p:spPr>
      </p:pic>
      <p:sp>
        <p:nvSpPr>
          <p:cNvPr id="17" name="Text Box 2">
            <a:extLst>
              <a:ext uri="{FF2B5EF4-FFF2-40B4-BE49-F238E27FC236}">
                <a16:creationId xmlns:a16="http://schemas.microsoft.com/office/drawing/2014/main" id="{6BE9891A-19D6-BCE9-21C0-D1A66427C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6412" y="82867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FAD142A-B116-89D6-0D5F-8EDFD43A7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6647" y="82867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05188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B0E810-01F9-53BF-4AE6-7DC36C290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2222"/>
          <a:stretch>
            <a:fillRect/>
          </a:stretch>
        </p:blipFill>
        <p:spPr>
          <a:xfrm>
            <a:off x="533400" y="-272"/>
            <a:ext cx="5857875" cy="6862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4AD79-6F70-2DC4-0487-9C3F13451C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2222"/>
          <a:stretch>
            <a:fillRect/>
          </a:stretch>
        </p:blipFill>
        <p:spPr>
          <a:xfrm>
            <a:off x="5838825" y="-272"/>
            <a:ext cx="5854622" cy="6858272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42178682-507D-E8BF-D037-AA4A41544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5437" y="476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30791611-81E3-A2A0-9262-E16B37ACA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0387" y="476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55C38ED-B050-03BC-C2EB-BB271C079317}"/>
              </a:ext>
            </a:extLst>
          </p:cNvPr>
          <p:cNvCxnSpPr>
            <a:cxnSpLocks/>
          </p:cNvCxnSpPr>
          <p:nvPr/>
        </p:nvCxnSpPr>
        <p:spPr>
          <a:xfrm flipH="1" flipV="1">
            <a:off x="7829549" y="742950"/>
            <a:ext cx="936587" cy="695325"/>
          </a:xfrm>
          <a:prstGeom prst="straightConnector1">
            <a:avLst/>
          </a:prstGeom>
          <a:ln>
            <a:solidFill>
              <a:srgbClr val="FFAF24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DF0AE7-A4B1-DEC2-B62D-5C658CD8D8D0}"/>
              </a:ext>
            </a:extLst>
          </p:cNvPr>
          <p:cNvCxnSpPr>
            <a:cxnSpLocks/>
          </p:cNvCxnSpPr>
          <p:nvPr/>
        </p:nvCxnSpPr>
        <p:spPr>
          <a:xfrm flipH="1">
            <a:off x="7829549" y="5067300"/>
            <a:ext cx="936587" cy="695325"/>
          </a:xfrm>
          <a:prstGeom prst="straightConnector1">
            <a:avLst/>
          </a:prstGeom>
          <a:ln>
            <a:solidFill>
              <a:srgbClr val="1212FF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Text Box 2">
            <a:extLst>
              <a:ext uri="{FF2B5EF4-FFF2-40B4-BE49-F238E27FC236}">
                <a16:creationId xmlns:a16="http://schemas.microsoft.com/office/drawing/2014/main" id="{58BB3F1C-0ED0-6624-F285-3A3D5E29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97666" y="1354723"/>
            <a:ext cx="204653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600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crystalline</a:t>
            </a:r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 = 94.1%</a:t>
            </a:r>
          </a:p>
        </p:txBody>
      </p:sp>
      <p:sp>
        <p:nvSpPr>
          <p:cNvPr id="22" name="Text Box 2">
            <a:extLst>
              <a:ext uri="{FF2B5EF4-FFF2-40B4-BE49-F238E27FC236}">
                <a16:creationId xmlns:a16="http://schemas.microsoft.com/office/drawing/2014/main" id="{6684020B-AC0F-791C-0F34-24D7A8D527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16715" y="4829711"/>
            <a:ext cx="2179885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600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amorphous</a:t>
            </a:r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 = 6.5%</a:t>
            </a:r>
          </a:p>
        </p:txBody>
      </p:sp>
    </p:spTree>
    <p:extLst>
      <p:ext uri="{BB962C8B-B14F-4D97-AF65-F5344CB8AC3E}">
        <p14:creationId xmlns:p14="http://schemas.microsoft.com/office/powerpoint/2010/main" val="400555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492670" y="-2513"/>
            <a:ext cx="5793111" cy="6860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725067" y="3531"/>
            <a:ext cx="5604461" cy="685446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1744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6039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2107</TotalTime>
  <Words>146</Words>
  <Application>Microsoft Office PowerPoint</Application>
  <PresentationFormat>Widescreen</PresentationFormat>
  <Paragraphs>52</Paragraphs>
  <Slides>17</Slides>
  <Notes>3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14</cp:revision>
  <dcterms:created xsi:type="dcterms:W3CDTF">2026-01-12T00:22:11Z</dcterms:created>
  <dcterms:modified xsi:type="dcterms:W3CDTF">2026-05-01T13:05:29Z</dcterms:modified>
</cp:coreProperties>
</file>
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66" r:id="rId3"/>
    <p:sldId id="256" r:id="rId4"/>
    <p:sldId id="257" r:id="rId5"/>
    <p:sldId id="258" r:id="rId6"/>
    <p:sldId id="260" r:id="rId7"/>
    <p:sldId id="261" r:id="rId8"/>
    <p:sldId id="262" r:id="rId9"/>
    <p:sldId id="264" r:id="rId10"/>
    <p:sldId id="265" r:id="rId11"/>
    <p:sldId id="25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BB00"/>
    <a:srgbClr val="12512A"/>
    <a:srgbClr val="86313B"/>
    <a:srgbClr val="65000B"/>
    <a:srgbClr val="1515FF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31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A71AE-8120-C8D7-EDB0-CEA66DDBB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C64B-E754-591E-B5E0-1D7B6460C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AE448-5627-44B8-99E8-2892657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FC3B8-46AC-ED53-655A-106E1564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F9916-CB21-4892-3AAD-20E4B4EED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3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B533-86E2-5411-120E-799A211C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D6E6D-56D1-2ABD-487E-039343BA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E7BAE-0868-440D-C75D-608CA0645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E741-D5B8-B3AA-7B25-CB06153F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F9930-5010-AD87-28D3-3DC82EB0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04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323C-C118-AB64-F516-33681A9A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AF549-3DE3-666B-38E0-7446119D8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D5394-1C8A-756A-F922-2708DE6C8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EF5BA-192D-2B3D-D101-D31328121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EA6E-7BA4-841C-0835-7709B1A25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46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7FC5-5336-5CB8-D5BB-AC841481C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30EBC-E9FF-46E6-477A-46D27EDE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89A98-9F7F-67EB-979A-D227B2E12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A994B-818D-BF08-8529-1AEB9753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A4E09-C294-BC7D-2845-24CDE4E7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AAEE-4EF0-EAA7-3E9F-146B744A3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97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D4025-F999-03A6-40C9-29C01756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C2E59-B4D4-7BED-E95B-01B427C6E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81259-F8B8-1DFB-956D-338B47E8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F9F5-9E56-D967-1313-5D85647693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D2D96-E9B9-F774-A6D7-E39D31E12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C7F641-56C9-D177-0F31-6C419609C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769730-D40F-650B-4445-B1DFBD52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EFD6B-35EF-7CD9-BCDD-3C498C2B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44AB-82EB-2AB9-1930-ACD29C423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5CF98-015A-8DDC-77E7-A91BCD0AC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119D6-1782-5496-C45F-E8C0CEA7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C8332-3487-7193-5FB7-3E65764B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3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6DFDB-05E9-F90F-B392-92676B77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A79D57-A0D4-9A12-7229-6D88FB93F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8DACD-911F-DB1E-2716-BC46964C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19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AF48A-0943-D399-49DC-7D5B5358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7C6CC-3C4A-7E19-F104-5F7FB3E9F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30B944-C1E6-32C9-5952-ED08EBA5A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2EE83-D3ED-1422-A428-CFA22792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8AB5D-7F22-6FA9-5832-E0DE89F2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C08D0-B3D4-AC28-1763-9B14A945A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6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F590-9AB9-A343-B330-86C22056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724A6-3A95-9F30-C9C6-60CE5CBA1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26684-D503-A558-352A-DC6362A6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85477-D821-9F81-4FE3-1D90FC4B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90604-4DE5-0190-B7FF-C1761422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35D9F-CE69-7722-8742-7931D67E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753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8FEF-4280-EA73-E0AA-FC965E39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FC6A4-C06A-3131-05C4-C837CEC6A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D80A0-2049-AC2B-77CF-6EAA2419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7528-62B6-22AB-05E3-578FACF4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FE120-F681-861E-F4EB-4D1C34BFC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764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39446F-538F-B278-9974-B39FD1D21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BB492-9492-7BAE-3FAF-F93FBBFF6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A59F1-0C15-4AAC-870A-43DCC8E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7FBA-4C5C-E446-A813-75A5F600B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CD0B5-54A6-8F07-F20B-6D96E37A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078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FDF95-7303-BE9E-724E-35A42C14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B0398-856C-D42A-DD70-CA4CC0333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6F6C5-822A-929F-7CDA-1744F8CA4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E71AC-A9A5-B3E7-F1F0-E6D3E173F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C2AAB-EF6C-715C-A03F-2F388A52BF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7CDD06-8B76-FB5D-DF70-E324B0B67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8788F950-945D-6A31-3C9B-00E80BAD3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212" y="25744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57D40981-619E-DA43-C382-D807CC099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2872" y="25666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4297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94287-A650-F804-D780-B6D8B6293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481" y="2185811"/>
            <a:ext cx="3830518" cy="4309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1F80C-8BBB-47EE-3621-AFEDFC828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185811"/>
            <a:ext cx="3830518" cy="4309332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24E84B17-C226-ED71-FBA9-88BFCAE0C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3619" y="2297262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0" name="Text Box 2">
            <a:extLst>
              <a:ext uri="{FF2B5EF4-FFF2-40B4-BE49-F238E27FC236}">
                <a16:creationId xmlns:a16="http://schemas.microsoft.com/office/drawing/2014/main" id="{C0420F42-88D3-F7AD-1429-7B3AF848A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7787" y="2296482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477267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2549842" y="2151063"/>
            <a:ext cx="7092315" cy="2468187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3540" y="2306787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8354" y="2288318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794" y="2781048"/>
            <a:ext cx="89789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613" y="3021329"/>
            <a:ext cx="65151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3853976" y="1550077"/>
            <a:ext cx="4099529" cy="2628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2869070" y="1218734"/>
            <a:ext cx="7223905" cy="2700391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</a:t>
              </a:r>
              <a:r>
                <a:rPr lang="en-GB" sz="110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86313B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536" y="1463583"/>
            <a:ext cx="1277043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</a:t>
            </a:r>
            <a:r>
              <a:rPr lang="en-GB" sz="110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0.53</a:t>
            </a:r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113" y="2172285"/>
            <a:ext cx="1267532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110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</a:t>
            </a:r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418" y="131372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861" y="1308972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2829877" y="2601276"/>
            <a:ext cx="3490219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6166166" y="2601276"/>
            <a:ext cx="3447756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632" y="288344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21" y="2884706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16805" y="1495741"/>
            <a:ext cx="3587685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951220" y="1495741"/>
            <a:ext cx="1790700" cy="180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3000" y="2547301"/>
            <a:ext cx="3500180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328110"/>
            <a:ext cx="1492957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727700" y="4384675"/>
            <a:ext cx="114300" cy="69850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826" y="643467"/>
            <a:ext cx="4952059" cy="557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9885" y="643467"/>
            <a:ext cx="4952059" cy="5571066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1629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23688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52" y="643467"/>
            <a:ext cx="4958248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9094" y="643467"/>
            <a:ext cx="4952059" cy="5571066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0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2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353753" y="1851660"/>
            <a:ext cx="5484494" cy="1691640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8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r>
                  <a:rPr lang="en-US" sz="10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10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</TotalTime>
  <Words>111</Words>
  <Application>Microsoft Office PowerPoint</Application>
  <PresentationFormat>Widescreen</PresentationFormat>
  <Paragraphs>35</Paragraphs>
  <Slides>11</Slides>
  <Notes>0</Notes>
  <HiddenSlides>10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7</cp:revision>
  <dcterms:created xsi:type="dcterms:W3CDTF">2026-01-12T00:22:11Z</dcterms:created>
  <dcterms:modified xsi:type="dcterms:W3CDTF">2026-03-18T13:06:42Z</dcterms:modified>
</cp:coreProperties>
</file>
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7" r:id="rId2"/>
    <p:sldId id="268" r:id="rId3"/>
    <p:sldId id="281" r:id="rId4"/>
    <p:sldId id="270" r:id="rId5"/>
    <p:sldId id="271" r:id="rId6"/>
    <p:sldId id="272" r:id="rId7"/>
    <p:sldId id="275" r:id="rId8"/>
    <p:sldId id="274" r:id="rId9"/>
    <p:sldId id="282" r:id="rId10"/>
    <p:sldId id="277" r:id="rId11"/>
    <p:sldId id="278" r:id="rId12"/>
    <p:sldId id="279" r:id="rId13"/>
    <p:sldId id="280" r:id="rId14"/>
    <p:sldId id="273" r:id="rId15"/>
    <p:sldId id="266" r:id="rId16"/>
    <p:sldId id="256" r:id="rId17"/>
    <p:sldId id="257" r:id="rId18"/>
    <p:sldId id="258" r:id="rId19"/>
    <p:sldId id="260" r:id="rId20"/>
    <p:sldId id="261" r:id="rId21"/>
    <p:sldId id="262" r:id="rId22"/>
    <p:sldId id="264" r:id="rId23"/>
    <p:sldId id="265" r:id="rId24"/>
    <p:sldId id="25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44" autoAdjust="0"/>
  </p:normalViewPr>
  <p:slideViewPr>
    <p:cSldViewPr snapToGrid="0">
      <p:cViewPr>
        <p:scale>
          <a:sx n="150" d="100"/>
          <a:sy n="150" d="100"/>
        </p:scale>
        <p:origin x="-1110" y="-1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61-14A3-280F-54A5-E11E9055F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8C2B2-CD46-2941-A011-B19176DC4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0AA5A-47CF-1A13-D8CE-02D123F2A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91655-BA5E-BAA2-8605-EF7DA94A7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7193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jpg"/><Relationship Id="rId12" Type="http://schemas.openxmlformats.org/officeDocument/2006/relationships/image" Target="../media/image26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11" Type="http://schemas.openxmlformats.org/officeDocument/2006/relationships/image" Target="../media/image25.jpg"/><Relationship Id="rId5" Type="http://schemas.openxmlformats.org/officeDocument/2006/relationships/image" Target="../media/image19.jpg"/><Relationship Id="rId10" Type="http://schemas.openxmlformats.org/officeDocument/2006/relationships/image" Target="../media/image24.jpg"/><Relationship Id="rId4" Type="http://schemas.openxmlformats.org/officeDocument/2006/relationships/image" Target="../media/image18.png"/><Relationship Id="rId9" Type="http://schemas.openxmlformats.org/officeDocument/2006/relationships/image" Target="../media/image23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0" b="2516"/>
          <a:stretch>
            <a:fillRect/>
          </a:stretch>
        </p:blipFill>
        <p:spPr>
          <a:xfrm>
            <a:off x="0" y="163903"/>
            <a:ext cx="12192000" cy="652157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5D1B0FB-4C6A-A250-B447-7194D3048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6" t="10289" r="7646" b="4783"/>
          <a:stretch>
            <a:fillRect/>
          </a:stretch>
        </p:blipFill>
        <p:spPr>
          <a:xfrm>
            <a:off x="773596" y="-3726"/>
            <a:ext cx="10644809" cy="686090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3D8035A-B448-2C17-6385-F156001662E3}"/>
              </a:ext>
            </a:extLst>
          </p:cNvPr>
          <p:cNvGrpSpPr/>
          <p:nvPr/>
        </p:nvGrpSpPr>
        <p:grpSpPr>
          <a:xfrm>
            <a:off x="7686031" y="209005"/>
            <a:ext cx="3436452" cy="2664824"/>
            <a:chOff x="7550331" y="156754"/>
            <a:chExt cx="3637283" cy="2820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CD9EE2-039A-6260-1B43-D0467B554397}"/>
                </a:ext>
              </a:extLst>
            </p:cNvPr>
            <p:cNvSpPr/>
            <p:nvPr/>
          </p:nvSpPr>
          <p:spPr>
            <a:xfrm>
              <a:off x="7550331" y="156754"/>
              <a:ext cx="3561806" cy="282056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931ABE6-B3AC-F519-0AE7-566D3AA44722}"/>
                </a:ext>
              </a:extLst>
            </p:cNvPr>
            <p:cNvGrpSpPr/>
            <p:nvPr/>
          </p:nvGrpSpPr>
          <p:grpSpPr>
            <a:xfrm>
              <a:off x="7627796" y="213409"/>
              <a:ext cx="3559818" cy="2686545"/>
              <a:chOff x="7955140" y="160927"/>
              <a:chExt cx="3654840" cy="275825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DDFE5320-B33B-51DD-1AA6-59E6DB5CAE80}"/>
                  </a:ext>
                </a:extLst>
              </p:cNvPr>
              <p:cNvGrpSpPr/>
              <p:nvPr/>
            </p:nvGrpSpPr>
            <p:grpSpPr>
              <a:xfrm>
                <a:off x="7955140" y="169814"/>
                <a:ext cx="3654840" cy="2749369"/>
                <a:chOff x="3556236" y="1663700"/>
                <a:chExt cx="5660489" cy="4258129"/>
              </a:xfrm>
              <a:effectLst/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4B8F0EC-0887-CF59-65E7-B34DD0AA15BE}"/>
                    </a:ext>
                  </a:extLst>
                </p:cNvPr>
                <p:cNvSpPr/>
                <p:nvPr/>
              </p:nvSpPr>
              <p:spPr>
                <a:xfrm>
                  <a:off x="3556236" y="3880739"/>
                  <a:ext cx="5281502" cy="1570827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SiO</a:t>
                  </a:r>
                  <a:r>
                    <a:rPr lang="en-US" sz="1600" baseline="-250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 </a:t>
                  </a:r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substrate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C100CBF4-C87C-8EA4-40E3-75E5BD3CC923}"/>
                    </a:ext>
                  </a:extLst>
                </p:cNvPr>
                <p:cNvSpPr/>
                <p:nvPr/>
              </p:nvSpPr>
              <p:spPr>
                <a:xfrm>
                  <a:off x="3556237" y="2826744"/>
                  <a:ext cx="5281498" cy="1053996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Film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18DF0614-9416-BE65-3537-D556EF644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99730"/>
                  <a:ext cx="2547126" cy="2193708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AD091AAD-134C-0EAD-F4A2-6BC8EE531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68552" y="1663700"/>
                  <a:ext cx="0" cy="4258129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5A4E198-88D5-A962-8272-D77462BC6181}"/>
                    </a:ext>
                  </a:extLst>
                </p:cNvPr>
                <p:cNvSpPr txBox="1"/>
                <p:nvPr/>
              </p:nvSpPr>
              <p:spPr>
                <a:xfrm>
                  <a:off x="7225865" y="166596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75321D-45E2-AB97-A7B5-0408E4773235}"/>
                    </a:ext>
                  </a:extLst>
                </p:cNvPr>
                <p:cNvSpPr txBox="1"/>
                <p:nvPr/>
              </p:nvSpPr>
              <p:spPr>
                <a:xfrm>
                  <a:off x="8462875" y="166370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90E1AC66-5568-7FAE-96E5-10169FD28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85297"/>
                  <a:ext cx="1308579" cy="1127012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Right Brace 65">
                  <a:extLst>
                    <a:ext uri="{FF2B5EF4-FFF2-40B4-BE49-F238E27FC236}">
                      <a16:creationId xmlns:a16="http://schemas.microsoft.com/office/drawing/2014/main" id="{72F1F781-8B83-9D86-1431-22905D416A8E}"/>
                    </a:ext>
                  </a:extLst>
                </p:cNvPr>
                <p:cNvSpPr/>
                <p:nvPr/>
              </p:nvSpPr>
              <p:spPr>
                <a:xfrm>
                  <a:off x="7645641" y="2838189"/>
                  <a:ext cx="213360" cy="1030700"/>
                </a:xfrm>
                <a:prstGeom prst="rightBrace">
                  <a:avLst>
                    <a:gd name="adj1" fmla="val 8333"/>
                    <a:gd name="adj2" fmla="val 51479"/>
                  </a:avLst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GB" sz="1600" i="1" dirty="0"/>
                        <a:t>OT</a:t>
                      </a:r>
                      <a:r>
                        <a:rPr lang="en-GB" sz="1600" dirty="0"/>
                        <a:t> = </a:t>
                      </a:r>
                      <a14:m>
                        <m:oMath xmlns:m="http://schemas.openxmlformats.org/officeDocument/2006/math">
                          <m:f>
                            <m:fPr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a14:m>
                      <a:endParaRPr lang="en-GB" sz="1600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660" r="-1887" b="-1617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2F634-2561-D36F-7A29-B3E4BBF61D72}"/>
                    </a:ext>
                  </a:extLst>
                </p:cNvPr>
                <p:cNvSpPr txBox="1"/>
                <p:nvPr/>
              </p:nvSpPr>
              <p:spPr>
                <a:xfrm>
                  <a:off x="3556236" y="1685298"/>
                  <a:ext cx="673301" cy="5243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Air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9031D-E2B1-E1B6-51F3-80E9C3D09253}"/>
                  </a:ext>
                </a:extLst>
              </p:cNvPr>
              <p:cNvSpPr txBox="1"/>
              <p:nvPr/>
            </p:nvSpPr>
            <p:spPr>
              <a:xfrm rot="16200000">
                <a:off x="8657803" y="672768"/>
                <a:ext cx="1371273" cy="3475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Incident light</a:t>
                </a:r>
                <a:endParaRPr lang="en-GB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3B9F248-2C86-667B-BE78-0E3747C47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C7E9EE-DF92-0054-0EBD-735BD8F50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3" t="10921" r="7633" b="4635"/>
          <a:stretch>
            <a:fillRect/>
          </a:stretch>
        </p:blipFill>
        <p:spPr>
          <a:xfrm>
            <a:off x="3918326" y="776394"/>
            <a:ext cx="8273674" cy="53005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FA94519-D387-597F-C427-D814586FC8D2}"/>
              </a:ext>
            </a:extLst>
          </p:cNvPr>
          <p:cNvGrpSpPr/>
          <p:nvPr/>
        </p:nvGrpSpPr>
        <p:grpSpPr>
          <a:xfrm>
            <a:off x="430932" y="2905436"/>
            <a:ext cx="3487394" cy="2749369"/>
            <a:chOff x="3556236" y="1663700"/>
            <a:chExt cx="5401156" cy="4258129"/>
          </a:xfrm>
          <a:effectLst/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CEDCD55-6674-8602-E384-98D626832A84}"/>
                </a:ext>
              </a:extLst>
            </p:cNvPr>
            <p:cNvSpPr/>
            <p:nvPr/>
          </p:nvSpPr>
          <p:spPr>
            <a:xfrm>
              <a:off x="3556236" y="3880739"/>
              <a:ext cx="5281502" cy="157082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Substrate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61C730B-5E5F-C02D-7E25-A59091F4A995}"/>
                </a:ext>
              </a:extLst>
            </p:cNvPr>
            <p:cNvSpPr/>
            <p:nvPr/>
          </p:nvSpPr>
          <p:spPr>
            <a:xfrm>
              <a:off x="3556237" y="2826744"/>
              <a:ext cx="5281498" cy="105399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Film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266168E-13D7-26BB-30B0-CEE71A4C29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99731"/>
              <a:ext cx="2547126" cy="2193709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9709AF1-3DE7-1583-CAFB-55BF1855CD93}"/>
                </a:ext>
              </a:extLst>
            </p:cNvPr>
            <p:cNvCxnSpPr>
              <a:cxnSpLocks/>
            </p:cNvCxnSpPr>
            <p:nvPr/>
          </p:nvCxnSpPr>
          <p:spPr>
            <a:xfrm>
              <a:off x="5778021" y="1663700"/>
              <a:ext cx="0" cy="4258129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28A4BB-91FA-1F5A-09C9-52BD9BFC60B5}"/>
                </a:ext>
              </a:extLst>
            </p:cNvPr>
            <p:cNvSpPr txBox="1"/>
            <p:nvPr/>
          </p:nvSpPr>
          <p:spPr>
            <a:xfrm>
              <a:off x="7035335" y="166596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2A9359-C9A0-1FDD-976F-D8B9B006136E}"/>
                </a:ext>
              </a:extLst>
            </p:cNvPr>
            <p:cNvSpPr txBox="1"/>
            <p:nvPr/>
          </p:nvSpPr>
          <p:spPr>
            <a:xfrm>
              <a:off x="8272344" y="166370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B0F9F80-0C64-F347-A4C0-3F86EE269F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85297"/>
              <a:ext cx="1308580" cy="1127013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ight Brace 65">
              <a:extLst>
                <a:ext uri="{FF2B5EF4-FFF2-40B4-BE49-F238E27FC236}">
                  <a16:creationId xmlns:a16="http://schemas.microsoft.com/office/drawing/2014/main" id="{2A415A72-EF85-0A17-0226-7AAD72FF7591}"/>
                </a:ext>
              </a:extLst>
            </p:cNvPr>
            <p:cNvSpPr/>
            <p:nvPr/>
          </p:nvSpPr>
          <p:spPr>
            <a:xfrm>
              <a:off x="7660299" y="2838188"/>
              <a:ext cx="213360" cy="1030700"/>
            </a:xfrm>
            <a:prstGeom prst="rightBrace">
              <a:avLst>
                <a:gd name="adj1" fmla="val 8333"/>
                <a:gd name="adj2" fmla="val 5147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/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i="1" dirty="0"/>
                    <a:t>OT</a:t>
                  </a:r>
                  <a:r>
                    <a:rPr lang="en-GB" sz="1600" dirty="0"/>
                    <a:t>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blipFill>
                  <a:blip r:embed="rId4"/>
                  <a:stretch>
                    <a:fillRect l="-5172" b="-675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EAACF97-245A-5DC8-30E8-4B290AE51D44}"/>
                </a:ext>
              </a:extLst>
            </p:cNvPr>
            <p:cNvSpPr txBox="1"/>
            <p:nvPr/>
          </p:nvSpPr>
          <p:spPr>
            <a:xfrm>
              <a:off x="3556236" y="1685298"/>
              <a:ext cx="673301" cy="5243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Air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2572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0936" r="7937" b="4780"/>
          <a:stretch>
            <a:fillRect/>
          </a:stretch>
        </p:blipFill>
        <p:spPr>
          <a:xfrm>
            <a:off x="1123449" y="452846"/>
            <a:ext cx="9762266" cy="628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" t="11053" b="4149"/>
          <a:stretch>
            <a:fillRect/>
          </a:stretch>
        </p:blipFill>
        <p:spPr>
          <a:xfrm>
            <a:off x="1006460" y="905690"/>
            <a:ext cx="5089539" cy="5742759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16" r="3376" b="4285"/>
          <a:stretch>
            <a:fillRect/>
          </a:stretch>
        </p:blipFill>
        <p:spPr>
          <a:xfrm>
            <a:off x="5604293" y="905691"/>
            <a:ext cx="5089539" cy="574275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1" b="4444"/>
          <a:stretch>
            <a:fillRect/>
          </a:stretch>
        </p:blipFill>
        <p:spPr>
          <a:xfrm>
            <a:off x="498553" y="230020"/>
            <a:ext cx="5857875" cy="663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3" b="4444"/>
          <a:stretch>
            <a:fillRect/>
          </a:stretch>
        </p:blipFill>
        <p:spPr>
          <a:xfrm>
            <a:off x="5803978" y="230020"/>
            <a:ext cx="5854622" cy="6627979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590" y="230021"/>
            <a:ext cx="32375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Amorphous phase (ON mode)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5540" y="230021"/>
            <a:ext cx="327097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 Crystalline phase (OFF mode)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056" y="5827507"/>
            <a:ext cx="19373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2E3A126-38BB-9AB9-AAE3-F359F19B8D79}"/>
              </a:ext>
            </a:extLst>
          </p:cNvPr>
          <p:cNvCxnSpPr/>
          <p:nvPr/>
        </p:nvCxnSpPr>
        <p:spPr>
          <a:xfrm>
            <a:off x="6545540" y="6133377"/>
            <a:ext cx="17174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Box 2">
            <a:extLst>
              <a:ext uri="{FF2B5EF4-FFF2-40B4-BE49-F238E27FC236}">
                <a16:creationId xmlns:a16="http://schemas.microsoft.com/office/drawing/2014/main" id="{75FFEA3B-EA8D-2D2D-2206-2AA88F8D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93" y="6085484"/>
            <a:ext cx="17088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CC17FB-9533-68FE-38EB-BA2D224C0A70}"/>
              </a:ext>
            </a:extLst>
          </p:cNvPr>
          <p:cNvCxnSpPr>
            <a:cxnSpLocks/>
          </p:cNvCxnSpPr>
          <p:nvPr/>
        </p:nvCxnSpPr>
        <p:spPr>
          <a:xfrm>
            <a:off x="1233731" y="6133377"/>
            <a:ext cx="7413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 Box 2">
            <a:extLst>
              <a:ext uri="{FF2B5EF4-FFF2-40B4-BE49-F238E27FC236}">
                <a16:creationId xmlns:a16="http://schemas.microsoft.com/office/drawing/2014/main" id="{3227A217-ECEE-4FD5-D325-E7116B379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4162" y="6089294"/>
            <a:ext cx="173614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FF6EB6-DF3F-F193-C2AA-E21A81C9D5C8}"/>
              </a:ext>
            </a:extLst>
          </p:cNvPr>
          <p:cNvCxnSpPr>
            <a:cxnSpLocks/>
          </p:cNvCxnSpPr>
          <p:nvPr/>
        </p:nvCxnSpPr>
        <p:spPr>
          <a:xfrm>
            <a:off x="8297499" y="6133377"/>
            <a:ext cx="277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395275-0FC4-C799-D2EB-9274D6ADE9A2}"/>
              </a:ext>
            </a:extLst>
          </p:cNvPr>
          <p:cNvCxnSpPr>
            <a:cxnSpLocks/>
          </p:cNvCxnSpPr>
          <p:nvPr/>
        </p:nvCxnSpPr>
        <p:spPr>
          <a:xfrm>
            <a:off x="1992361" y="6133377"/>
            <a:ext cx="3785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 Box 2">
            <a:extLst>
              <a:ext uri="{FF2B5EF4-FFF2-40B4-BE49-F238E27FC236}">
                <a16:creationId xmlns:a16="http://schemas.microsoft.com/office/drawing/2014/main" id="{537086FB-D8A1-AAD6-7928-1D37D1B7FB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4420" y="6085484"/>
            <a:ext cx="191045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21" t="10465" r="7621" b="4506"/>
          <a:stretch>
            <a:fillRect/>
          </a:stretch>
        </p:blipFill>
        <p:spPr>
          <a:xfrm>
            <a:off x="1009930" y="249956"/>
            <a:ext cx="10172139" cy="658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2803585" y="3191771"/>
            <a:ext cx="2983490" cy="366622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2803585" y="46428"/>
            <a:ext cx="2983490" cy="3591329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5135593" y="3191771"/>
            <a:ext cx="2983490" cy="366622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5135593" y="46428"/>
            <a:ext cx="2983490" cy="3591329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80" y="384984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84983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46429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1287" y="46428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166505" y="1714285"/>
            <a:ext cx="296638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4-unit-cells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309700" y="4823865"/>
            <a:ext cx="2679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latin typeface="Arial" panose="020B0604020202020204" pitchFamily="34" charset="0"/>
                <a:ea typeface="TH Sarabun PSK"/>
                <a:cs typeface="TH Sarabun PSK"/>
              </a:rPr>
              <a:t>5-unit-cells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C5BABE-6032-F125-1CB0-1A5212677C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18"/>
          <a:stretch>
            <a:fillRect/>
          </a:stretch>
        </p:blipFill>
        <p:spPr>
          <a:xfrm>
            <a:off x="1891250" y="351763"/>
            <a:ext cx="2946635" cy="208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43F9DB-D604-AB2A-02D9-239D004807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4834500" y="351763"/>
            <a:ext cx="2946635" cy="208800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4C9CB274-5505-FAC7-10A0-73A6E2334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611" y="49595"/>
            <a:ext cx="2300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Single-layer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46FD86A5-A5ED-AA0D-AB64-AB58466CF4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93997" y="80373"/>
                <a:ext cx="2299063" cy="27699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𝟓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2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46FD86A5-A5ED-AA0D-AB64-AB58466CF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93997" y="80373"/>
                <a:ext cx="2299063" cy="276999"/>
              </a:xfrm>
              <a:prstGeom prst="rect">
                <a:avLst/>
              </a:prstGeom>
              <a:blipFill>
                <a:blip r:embed="rId4"/>
                <a:stretch>
                  <a:fillRect t="-2174" b="-1304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61A5E16-E1C8-DC95-0F68-FC1BB4F134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7773853" y="351763"/>
            <a:ext cx="2946635" cy="208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182A1A-1797-BF94-6EF3-258E6FE3678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"/>
          <a:stretch>
            <a:fillRect/>
          </a:stretch>
        </p:blipFill>
        <p:spPr>
          <a:xfrm>
            <a:off x="1894891" y="2439763"/>
            <a:ext cx="2945194" cy="208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5C9D60-B5D6-A115-49F7-B263821132F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4834500" y="2445372"/>
            <a:ext cx="2939353" cy="20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1A0DB-C09D-7B22-6F6E-08237344B60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7773853" y="2439763"/>
            <a:ext cx="2939353" cy="208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47BF8F-0477-D780-DB94-62E18671F1AF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1891250" y="4533372"/>
            <a:ext cx="2943122" cy="208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ECAB5-351E-7EBF-6EB8-A3527E21A218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4838013" y="4535370"/>
            <a:ext cx="2943122" cy="2088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2757C8-3F1B-92B5-E042-C51F360392B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7781135" y="4533372"/>
            <a:ext cx="2943122" cy="2088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634970E3-DFE2-5A5B-D2DB-4D94CDC0A7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61224" y="69155"/>
                <a:ext cx="2299063" cy="27699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2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𝟒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2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634970E3-DFE2-5A5B-D2DB-4D94CDC0A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61224" y="69155"/>
                <a:ext cx="2299063" cy="276999"/>
              </a:xfrm>
              <a:prstGeom prst="rect">
                <a:avLst/>
              </a:prstGeom>
              <a:blipFill>
                <a:blip r:embed="rId12"/>
                <a:stretch>
                  <a:fillRect t="-2174" b="-1304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 Box 2">
            <a:extLst>
              <a:ext uri="{FF2B5EF4-FFF2-40B4-BE49-F238E27FC236}">
                <a16:creationId xmlns:a16="http://schemas.microsoft.com/office/drawing/2014/main" id="{5CA60D8C-82E2-C8DF-D8BE-AC28A7543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0411" y="33322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D265D0A-A4ED-C9CB-64B5-DEDAAD84F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3661" y="33322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4979E78C-637F-3FDD-3A44-8254A23738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7429" y="341631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c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19" name="Text Box 2">
            <a:extLst>
              <a:ext uri="{FF2B5EF4-FFF2-40B4-BE49-F238E27FC236}">
                <a16:creationId xmlns:a16="http://schemas.microsoft.com/office/drawing/2014/main" id="{AB53BA67-BD69-5723-8388-8ECD13F6E8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1454" y="2460125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e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20" name="Text Box 2">
            <a:extLst>
              <a:ext uri="{FF2B5EF4-FFF2-40B4-BE49-F238E27FC236}">
                <a16:creationId xmlns:a16="http://schemas.microsoft.com/office/drawing/2014/main" id="{96354FB6-89BE-D023-485C-FE4BC83465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7428" y="2460125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(f)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95CC9532-72C6-DE6D-15DF-C05EDA5351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8722" y="2460070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(d)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F170A06D-E56B-36D2-F229-A79F8B4B4B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7671" y="4553679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g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23" name="Text Box 2">
            <a:extLst>
              <a:ext uri="{FF2B5EF4-FFF2-40B4-BE49-F238E27FC236}">
                <a16:creationId xmlns:a16="http://schemas.microsoft.com/office/drawing/2014/main" id="{50E51471-8123-79B2-68B9-734263DE89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7745" y="4560029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(h)</a:t>
            </a:r>
          </a:p>
        </p:txBody>
      </p:sp>
      <p:sp>
        <p:nvSpPr>
          <p:cNvPr id="24" name="Text Box 2">
            <a:extLst>
              <a:ext uri="{FF2B5EF4-FFF2-40B4-BE49-F238E27FC236}">
                <a16:creationId xmlns:a16="http://schemas.microsoft.com/office/drawing/2014/main" id="{0D8F6B70-FB42-9A4D-D609-D038DA274D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3997" y="456563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i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21053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>
            <a:extLst>
              <a:ext uri="{FF2B5EF4-FFF2-40B4-BE49-F238E27FC236}">
                <a16:creationId xmlns:a16="http://schemas.microsoft.com/office/drawing/2014/main" id="{3722726E-9D0F-633C-0D2D-BB4C6A009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1D00D169-D2F3-BEF0-8513-9D2E99BC0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F4B570C0-0E3D-34F7-D76A-257CE161CE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"/>
          <a:stretch>
            <a:fillRect/>
          </a:stretch>
        </p:blipFill>
        <p:spPr>
          <a:xfrm>
            <a:off x="3632" y="2013216"/>
            <a:ext cx="421467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0F2CFE-5179-83B6-5338-4E4914E401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4066112" y="2018825"/>
            <a:ext cx="4206317" cy="298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3B1FD-3143-8B08-F70A-2593605E5B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8053743" y="2013216"/>
            <a:ext cx="4206315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3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22DD4592-C813-C159-9140-B52E7561EE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891522A2-9C35-6074-051C-2C3A338AD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E62718D-CC86-451E-CDBB-792DF46D4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0" y="2044828"/>
            <a:ext cx="4211700" cy="298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9CD10C-B0D5-8DF3-6BAA-9BF642DD9E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3990150" y="2046826"/>
            <a:ext cx="421170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8F51E6-7DAD-FB1A-ED8D-BDEBE5AFC33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7980300" y="2044828"/>
            <a:ext cx="4211700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20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53AAE-4674-8731-E8FE-A3745702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7" t="11161" r="7447" b="4859"/>
          <a:stretch>
            <a:fillRect/>
          </a:stretch>
        </p:blipFill>
        <p:spPr>
          <a:xfrm>
            <a:off x="1201783" y="557349"/>
            <a:ext cx="9788434" cy="620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05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66BA90-7149-3A2F-A5D6-AFAF64F98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3056"/>
          <a:stretch>
            <a:fillRect/>
          </a:stretch>
        </p:blipFill>
        <p:spPr>
          <a:xfrm>
            <a:off x="762000" y="679268"/>
            <a:ext cx="5334000" cy="59691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576A5-916B-3CB1-16ED-4E5A5C572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3056"/>
          <a:stretch>
            <a:fillRect/>
          </a:stretch>
        </p:blipFill>
        <p:spPr>
          <a:xfrm>
            <a:off x="5776326" y="679268"/>
            <a:ext cx="5334000" cy="5969182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0A13FD40-2D86-7920-8DBB-8399B2B17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5914" y="824029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9A0FFF7-F999-E196-A332-CDBE76F1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9469" y="8265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01634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4462</TotalTime>
  <Words>291</Words>
  <Application>Microsoft Office PowerPoint</Application>
  <PresentationFormat>Widescreen</PresentationFormat>
  <Paragraphs>91</Paragraphs>
  <Slides>24</Slides>
  <Notes>4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29</cp:revision>
  <dcterms:created xsi:type="dcterms:W3CDTF">2026-01-12T00:22:11Z</dcterms:created>
  <dcterms:modified xsi:type="dcterms:W3CDTF">2026-06-29T07:30:18Z</dcterms:modified>
</cp:coreProperties>
</file>
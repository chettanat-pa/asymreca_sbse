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handoutMasterIdLst>
    <p:handoutMasterId r:id="rId24"/>
  </p:handoutMasterIdLst>
  <p:sldIdLst>
    <p:sldId id="285" r:id="rId2"/>
    <p:sldId id="286" r:id="rId3"/>
    <p:sldId id="287" r:id="rId4"/>
    <p:sldId id="288" r:id="rId5"/>
    <p:sldId id="289" r:id="rId6"/>
    <p:sldId id="290" r:id="rId7"/>
    <p:sldId id="293" r:id="rId8"/>
    <p:sldId id="284" r:id="rId9"/>
    <p:sldId id="294" r:id="rId10"/>
    <p:sldId id="295" r:id="rId11"/>
    <p:sldId id="296" r:id="rId12"/>
    <p:sldId id="273" r:id="rId13"/>
    <p:sldId id="256" r:id="rId14"/>
    <p:sldId id="257" r:id="rId15"/>
    <p:sldId id="258" r:id="rId16"/>
    <p:sldId id="260" r:id="rId17"/>
    <p:sldId id="261" r:id="rId18"/>
    <p:sldId id="262" r:id="rId19"/>
    <p:sldId id="264" r:id="rId20"/>
    <p:sldId id="265" r:id="rId21"/>
    <p:sldId id="259" r:id="rId22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50000"/>
    <a:srgbClr val="0000F7"/>
    <a:srgbClr val="1212FF"/>
    <a:srgbClr val="FFAF24"/>
    <a:srgbClr val="6A6AFF"/>
    <a:srgbClr val="BBBB00"/>
    <a:srgbClr val="12512A"/>
    <a:srgbClr val="86313B"/>
    <a:srgbClr val="65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 autoAdjust="0"/>
    <p:restoredTop sz="94044" autoAdjust="0"/>
  </p:normalViewPr>
  <p:slideViewPr>
    <p:cSldViewPr snapToGrid="0">
      <p:cViewPr varScale="1">
        <p:scale>
          <a:sx n="116" d="100"/>
          <a:sy n="116" d="100"/>
        </p:scale>
        <p:origin x="462" y="102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63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A9345C-020D-ABD5-27C2-44264CAF8B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4975B-624B-BFE2-BEE9-76A217D45D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B2F41-9719-4AEE-BEDF-5036ADBCF7E1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FAA64-9A0D-C70F-B287-FC42EC55AB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FC8A-0031-6229-3DBE-4B54C788E0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36D3-6882-4411-8C69-A7F4647929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5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1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21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32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64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55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46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37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286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221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4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4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2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36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44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654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05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2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8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839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5.jpg"/><Relationship Id="rId7" Type="http://schemas.openxmlformats.org/officeDocument/2006/relationships/image" Target="../media/image19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g"/><Relationship Id="rId5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21.jpg"/><Relationship Id="rId7" Type="http://schemas.openxmlformats.org/officeDocument/2006/relationships/image" Target="../media/image18.jpg"/><Relationship Id="rId12" Type="http://schemas.openxmlformats.org/officeDocument/2006/relationships/image" Target="../media/image25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jpg"/><Relationship Id="rId11" Type="http://schemas.openxmlformats.org/officeDocument/2006/relationships/image" Target="../media/image24.png"/><Relationship Id="rId5" Type="http://schemas.openxmlformats.org/officeDocument/2006/relationships/image" Target="../media/image17.png"/><Relationship Id="rId10" Type="http://schemas.openxmlformats.org/officeDocument/2006/relationships/image" Target="../media/image20.jpg"/><Relationship Id="rId4" Type="http://schemas.openxmlformats.org/officeDocument/2006/relationships/image" Target="../media/image16.jpg"/><Relationship Id="rId9" Type="http://schemas.openxmlformats.org/officeDocument/2006/relationships/image" Target="../media/image23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FA8D7C-2713-3ADE-4754-31F102B04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" y="-1"/>
            <a:ext cx="11520311" cy="6480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449797-E1E2-B662-C01F-3E005C4D7686}"/>
              </a:ext>
            </a:extLst>
          </p:cNvPr>
          <p:cNvSpPr txBox="1"/>
          <p:nvPr/>
        </p:nvSpPr>
        <p:spPr bwMode="auto">
          <a:xfrm>
            <a:off x="2151583" y="265217"/>
            <a:ext cx="3324949" cy="5320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Amorphous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C7FAB4-84DF-14D6-8CE2-CC704DCF8A1B}"/>
              </a:ext>
            </a:extLst>
          </p:cNvPr>
          <p:cNvSpPr txBox="1"/>
          <p:nvPr/>
        </p:nvSpPr>
        <p:spPr bwMode="auto">
          <a:xfrm>
            <a:off x="7973968" y="265810"/>
            <a:ext cx="3164648" cy="53200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Crystalline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76066-23E3-513A-05D2-43BA0FA66D42}"/>
              </a:ext>
            </a:extLst>
          </p:cNvPr>
          <p:cNvSpPr txBox="1"/>
          <p:nvPr/>
        </p:nvSpPr>
        <p:spPr bwMode="auto">
          <a:xfrm>
            <a:off x="341278" y="1707328"/>
            <a:ext cx="2274982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10267F-8107-F2FB-9272-C720CE7E55AC}"/>
              </a:ext>
            </a:extLst>
          </p:cNvPr>
          <p:cNvSpPr txBox="1"/>
          <p:nvPr/>
        </p:nvSpPr>
        <p:spPr bwMode="auto">
          <a:xfrm>
            <a:off x="6296005" y="687611"/>
            <a:ext cx="2315792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8BF3FB-4D48-7854-5322-A57E06C13484}"/>
              </a:ext>
            </a:extLst>
          </p:cNvPr>
          <p:cNvSpPr txBox="1"/>
          <p:nvPr/>
        </p:nvSpPr>
        <p:spPr bwMode="auto">
          <a:xfrm>
            <a:off x="747390" y="4124755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1498C6-A591-76BB-F858-D08A13B5EF1F}"/>
              </a:ext>
            </a:extLst>
          </p:cNvPr>
          <p:cNvSpPr txBox="1"/>
          <p:nvPr/>
        </p:nvSpPr>
        <p:spPr bwMode="auto">
          <a:xfrm>
            <a:off x="7041926" y="4128159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610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F4F735B6-24CD-5393-DF8B-F3D27C69134A}"/>
              </a:ext>
            </a:extLst>
          </p:cNvPr>
          <p:cNvGrpSpPr/>
          <p:nvPr/>
        </p:nvGrpSpPr>
        <p:grpSpPr>
          <a:xfrm>
            <a:off x="0" y="-1"/>
            <a:ext cx="11291582" cy="6480176"/>
            <a:chOff x="0" y="-1"/>
            <a:chExt cx="11291582" cy="648017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B43E2A4-078D-21B5-FE56-7B06E152702A}"/>
                </a:ext>
              </a:extLst>
            </p:cNvPr>
            <p:cNvGrpSpPr/>
            <p:nvPr/>
          </p:nvGrpSpPr>
          <p:grpSpPr>
            <a:xfrm>
              <a:off x="0" y="-1"/>
              <a:ext cx="11291582" cy="6480175"/>
              <a:chOff x="0" y="-1"/>
              <a:chExt cx="11291582" cy="6480175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D1C09060-0548-696F-7BA1-597563FBAB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987" t="10069" r="7736" b="1907"/>
              <a:stretch>
                <a:fillRect/>
              </a:stretch>
            </p:blipFill>
            <p:spPr>
              <a:xfrm>
                <a:off x="0" y="-1"/>
                <a:ext cx="11291582" cy="6480175"/>
              </a:xfrm>
              <a:prstGeom prst="rect">
                <a:avLst/>
              </a:prstGeom>
            </p:spPr>
          </p:pic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07644A4-D600-B571-4B5F-5E2B73BA9773}"/>
                  </a:ext>
                </a:extLst>
              </p:cNvPr>
              <p:cNvGrpSpPr/>
              <p:nvPr/>
            </p:nvGrpSpPr>
            <p:grpSpPr>
              <a:xfrm>
                <a:off x="7902395" y="144044"/>
                <a:ext cx="3057882" cy="2467350"/>
                <a:chOff x="7550331" y="103354"/>
                <a:chExt cx="3561806" cy="2873960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E437745-E95F-9188-0440-F8B32B85A57D}"/>
                    </a:ext>
                  </a:extLst>
                </p:cNvPr>
                <p:cNvSpPr/>
                <p:nvPr/>
              </p:nvSpPr>
              <p:spPr>
                <a:xfrm>
                  <a:off x="7550331" y="156754"/>
                  <a:ext cx="3561806" cy="282056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501"/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8E0F13B5-5721-D292-6BFA-880F44C4C235}"/>
                    </a:ext>
                  </a:extLst>
                </p:cNvPr>
                <p:cNvGrpSpPr/>
                <p:nvPr/>
              </p:nvGrpSpPr>
              <p:grpSpPr>
                <a:xfrm>
                  <a:off x="7627778" y="103354"/>
                  <a:ext cx="3406283" cy="2796600"/>
                  <a:chOff x="7955140" y="47933"/>
                  <a:chExt cx="3497214" cy="2871250"/>
                </a:xfrm>
              </p:grpSpPr>
              <p:grpSp>
                <p:nvGrpSpPr>
                  <p:cNvPr id="25" name="Group 24">
                    <a:extLst>
                      <a:ext uri="{FF2B5EF4-FFF2-40B4-BE49-F238E27FC236}">
                        <a16:creationId xmlns:a16="http://schemas.microsoft.com/office/drawing/2014/main" id="{E4E375EF-3CD4-F013-1755-E3C259821D83}"/>
                      </a:ext>
                    </a:extLst>
                  </p:cNvPr>
                  <p:cNvGrpSpPr/>
                  <p:nvPr/>
                </p:nvGrpSpPr>
                <p:grpSpPr>
                  <a:xfrm>
                    <a:off x="7955140" y="169814"/>
                    <a:ext cx="3497214" cy="2749369"/>
                    <a:chOff x="3556236" y="1663700"/>
                    <a:chExt cx="5416362" cy="4258129"/>
                  </a:xfrm>
                  <a:effectLst/>
                </p:grpSpPr>
                <p:sp>
                  <p:nvSpPr>
                    <p:cNvPr id="27" name="Rectangle 26">
                      <a:extLst>
                        <a:ext uri="{FF2B5EF4-FFF2-40B4-BE49-F238E27FC236}">
                          <a16:creationId xmlns:a16="http://schemas.microsoft.com/office/drawing/2014/main" id="{FD007B80-D4CE-D3B7-3E21-C56E3BAF21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6" y="3880739"/>
                      <a:ext cx="5281502" cy="1570827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Substrate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(SiO</a:t>
                      </a:r>
                      <a:r>
                        <a:rPr lang="en-US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</a:t>
                      </a:r>
                      <a:r>
                        <a:rPr lang="en-GB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8" name="Rectangle 27">
                      <a:extLst>
                        <a:ext uri="{FF2B5EF4-FFF2-40B4-BE49-F238E27FC236}">
                          <a16:creationId xmlns:a16="http://schemas.microsoft.com/office/drawing/2014/main" id="{2F43A753-46C2-1E67-9ECB-9BE8702F31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7" y="2826744"/>
                      <a:ext cx="5281498" cy="1053996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Film</a:t>
                      </a:r>
                      <a:endParaRPr lang="en-GB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29" name="Straight Arrow Connector 28">
                      <a:extLst>
                        <a:ext uri="{FF2B5EF4-FFF2-40B4-BE49-F238E27FC236}">
                          <a16:creationId xmlns:a16="http://schemas.microsoft.com/office/drawing/2014/main" id="{E329D12A-32E2-C1C2-B4A9-A63315744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99730"/>
                      <a:ext cx="2547127" cy="2193708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" name="Straight Arrow Connector 29">
                      <a:extLst>
                        <a:ext uri="{FF2B5EF4-FFF2-40B4-BE49-F238E27FC236}">
                          <a16:creationId xmlns:a16="http://schemas.microsoft.com/office/drawing/2014/main" id="{8D079F03-CFD8-0CC5-E18E-02E4FD298FD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24424" y="1663700"/>
                      <a:ext cx="0" cy="4258129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B400654A-BD29-3D4C-3E87-5E5A8B3894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81738" y="166596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3A33675-3D8D-56CC-710B-65520985986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8748" y="166370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33" name="Straight Arrow Connector 32">
                      <a:extLst>
                        <a:ext uri="{FF2B5EF4-FFF2-40B4-BE49-F238E27FC236}">
                          <a16:creationId xmlns:a16="http://schemas.microsoft.com/office/drawing/2014/main" id="{10E708EA-646D-E93F-84CF-F54519B1266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85296"/>
                      <a:ext cx="1308580" cy="1127012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4" name="Right Brace 33">
                      <a:extLst>
                        <a:ext uri="{FF2B5EF4-FFF2-40B4-BE49-F238E27FC236}">
                          <a16:creationId xmlns:a16="http://schemas.microsoft.com/office/drawing/2014/main" id="{0F72B635-FD11-3689-2564-1D05B6717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4707" y="2838190"/>
                      <a:ext cx="213360" cy="1030700"/>
                    </a:xfrm>
                    <a:prstGeom prst="rightBrace">
                      <a:avLst>
                        <a:gd name="adj1" fmla="val 8333"/>
                        <a:gd name="adj2" fmla="val 51479"/>
                      </a:avLst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1501"/>
                    </a:p>
                  </p:txBody>
                </p: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 anchor="ctr">
                          <a:spAutoFit/>
                        </a:bodyPr>
                        <a:lstStyle/>
                        <a:p>
                          <a:r>
                            <a:rPr lang="en-GB" sz="2000" dirty="0"/>
                            <a:t>OT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lang="en-GB" sz="2000" dirty="0"/>
                        </a:p>
                      </p:txBody>
                    </p:sp>
                  </mc:Choice>
                  <mc:Fallback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 l="-7246" b="-1011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GB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C9B285E5-CD35-0DB7-EB9C-033AD6DA69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56236" y="1685296"/>
                      <a:ext cx="864572" cy="68405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Air</a:t>
                      </a:r>
                      <a:endParaRPr lang="en-GB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664504C6-79D7-2687-3B55-E24BFCF27C4E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8377335" y="644125"/>
                    <a:ext cx="1597256" cy="40487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Incident light</a:t>
                    </a:r>
                    <a:endParaRPr lang="en-GB" sz="16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CF810C7-8DBE-8E94-B301-2EDB5CD1B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0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9095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2A630E6-A7B8-5475-3F22-21AAAF9C9C53}"/>
              </a:ext>
            </a:extLst>
          </p:cNvPr>
          <p:cNvGrpSpPr/>
          <p:nvPr/>
        </p:nvGrpSpPr>
        <p:grpSpPr>
          <a:xfrm>
            <a:off x="0" y="-1"/>
            <a:ext cx="11520488" cy="6483287"/>
            <a:chOff x="0" y="-1"/>
            <a:chExt cx="11520488" cy="64832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BCC1262-4C01-2FF5-3AEE-85D6ECC18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49" t="9788" r="6249" b="2669"/>
            <a:stretch>
              <a:fillRect/>
            </a:stretch>
          </p:blipFill>
          <p:spPr>
            <a:xfrm>
              <a:off x="0" y="-1"/>
              <a:ext cx="11520488" cy="6483287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92669F3-B746-9E3A-A84B-2B6C2CAAA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0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593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95054AA-C45A-C1C6-BDA3-A0068D404495}"/>
              </a:ext>
            </a:extLst>
          </p:cNvPr>
          <p:cNvGrpSpPr/>
          <p:nvPr/>
        </p:nvGrpSpPr>
        <p:grpSpPr>
          <a:xfrm>
            <a:off x="0" y="0"/>
            <a:ext cx="11520488" cy="6480175"/>
            <a:chOff x="0" y="0"/>
            <a:chExt cx="11520488" cy="648017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ACD23AA-5FAC-26CC-7447-B34ECD9ABA7F}"/>
                </a:ext>
              </a:extLst>
            </p:cNvPr>
            <p:cNvGrpSpPr/>
            <p:nvPr/>
          </p:nvGrpSpPr>
          <p:grpSpPr>
            <a:xfrm>
              <a:off x="0" y="350208"/>
              <a:ext cx="11520488" cy="5984690"/>
              <a:chOff x="0" y="350208"/>
              <a:chExt cx="11520488" cy="598469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567C403-2717-F9FA-7A1C-D28340DAF1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609" b="2242"/>
              <a:stretch>
                <a:fillRect/>
              </a:stretch>
            </p:blipFill>
            <p:spPr>
              <a:xfrm>
                <a:off x="0" y="350208"/>
                <a:ext cx="5760157" cy="598469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127F727-8939-71E8-61F2-8020D3F00E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609" b="2242"/>
              <a:stretch>
                <a:fillRect/>
              </a:stretch>
            </p:blipFill>
            <p:spPr>
              <a:xfrm>
                <a:off x="5760332" y="350208"/>
                <a:ext cx="5760156" cy="5984689"/>
              </a:xfrm>
              <a:prstGeom prst="rect">
                <a:avLst/>
              </a:prstGeom>
            </p:spPr>
          </p:pic>
          <p:sp>
            <p:nvSpPr>
              <p:cNvPr id="6" name="Text Box 2">
                <a:extLst>
                  <a:ext uri="{FF2B5EF4-FFF2-40B4-BE49-F238E27FC236}">
                    <a16:creationId xmlns:a16="http://schemas.microsoft.com/office/drawing/2014/main" id="{A57E3B8C-8DC8-22B7-52FD-0F54EB5C43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55428" y="518610"/>
                <a:ext cx="579100" cy="373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2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8" name="Text Box 2">
                <a:extLst>
                  <a:ext uri="{FF2B5EF4-FFF2-40B4-BE49-F238E27FC236}">
                    <a16:creationId xmlns:a16="http://schemas.microsoft.com/office/drawing/2014/main" id="{AB0376FA-4B66-BCBA-F29A-7A993AE258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15584" y="515371"/>
                <a:ext cx="579100" cy="373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2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</p:grp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37E57F3-E12A-968C-45FA-CE99D5D7F3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1" y="0"/>
              <a:ext cx="365760" cy="6480175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2E5A9CA-36A5-B2BE-D835-2B19B0B61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5769682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163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46B8FC34-1413-C5FA-688D-67DA80F6317E}"/>
              </a:ext>
            </a:extLst>
          </p:cNvPr>
          <p:cNvGrpSpPr/>
          <p:nvPr/>
        </p:nvGrpSpPr>
        <p:grpSpPr>
          <a:xfrm>
            <a:off x="0" y="340754"/>
            <a:ext cx="11520486" cy="5999752"/>
            <a:chOff x="0" y="340754"/>
            <a:chExt cx="11520486" cy="599975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967DFFE-9AC2-F856-1BD2-07EAD00E5CCF}"/>
                </a:ext>
              </a:extLst>
            </p:cNvPr>
            <p:cNvGrpSpPr/>
            <p:nvPr/>
          </p:nvGrpSpPr>
          <p:grpSpPr>
            <a:xfrm>
              <a:off x="0" y="340754"/>
              <a:ext cx="11520486" cy="5999752"/>
              <a:chOff x="0" y="340754"/>
              <a:chExt cx="11520486" cy="5999752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873641-B206-551D-2AE3-9D1AC3015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0" y="340754"/>
                <a:ext cx="5760244" cy="599975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4D14A95E-0536-A063-9F53-36A9FB398C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5760243" y="340756"/>
                <a:ext cx="5760243" cy="5999750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B621060-5120-CEFF-AF6E-47BF9E7FDCEB}"/>
                  </a:ext>
                </a:extLst>
              </p:cNvPr>
              <p:cNvSpPr/>
              <p:nvPr/>
            </p:nvSpPr>
            <p:spPr>
              <a:xfrm>
                <a:off x="4193059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CCEC862-221C-8E57-99CB-BFEC54716A64}"/>
                  </a:ext>
                </a:extLst>
              </p:cNvPr>
              <p:cNvSpPr/>
              <p:nvPr/>
            </p:nvSpPr>
            <p:spPr>
              <a:xfrm>
                <a:off x="9971775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8B4A0B3-66D8-C284-6271-1409C9A1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38" t="13007" r="10780" b="68831"/>
              <a:stretch>
                <a:fillRect/>
              </a:stretch>
            </p:blipFill>
            <p:spPr>
              <a:xfrm>
                <a:off x="4211531" y="859959"/>
                <a:ext cx="1184254" cy="1235673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F1727342-C4C8-3200-1542-A6AD0DE5A9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40" t="12946" r="10882" b="68893"/>
              <a:stretch>
                <a:fillRect/>
              </a:stretch>
            </p:blipFill>
            <p:spPr>
              <a:xfrm>
                <a:off x="9971774" y="859956"/>
                <a:ext cx="1178011" cy="1235676"/>
              </a:xfrm>
              <a:prstGeom prst="rect">
                <a:avLst/>
              </a:prstGeom>
            </p:spPr>
          </p:pic>
        </p:grpSp>
        <p:sp>
          <p:nvSpPr>
            <p:cNvPr id="10" name="Text Box 2">
              <a:extLst>
                <a:ext uri="{FF2B5EF4-FFF2-40B4-BE49-F238E27FC236}">
                  <a16:creationId xmlns:a16="http://schemas.microsoft.com/office/drawing/2014/main" id="{165326FA-3220-3A1E-4806-D23AC3A198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6598" y="502134"/>
              <a:ext cx="2539705" cy="3578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900" dirty="0">
                  <a:latin typeface="Arial" panose="020B0604020202020204" pitchFamily="34" charset="0"/>
                  <a:ea typeface="TH Sarabun PSK"/>
                  <a:cs typeface="TH Sarabun PSK"/>
                </a:rPr>
                <a:t>(a) Amorphous phase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B4C78BC4-C334-D87D-471B-38D964CD32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652493" y="502134"/>
              <a:ext cx="2539705" cy="3578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900" dirty="0">
                  <a:latin typeface="Arial" panose="020B0604020202020204" pitchFamily="34" charset="0"/>
                  <a:ea typeface="TH Sarabun PSK"/>
                  <a:cs typeface="TH Sarabun PSK"/>
                </a:rPr>
                <a:t>(b) Crystalline phase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0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1C1356-43EA-F819-BD36-304CB240D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5" t="10289" r="7454" b="2841"/>
          <a:stretch>
            <a:fillRect/>
          </a:stretch>
        </p:blipFill>
        <p:spPr>
          <a:xfrm>
            <a:off x="0" y="1"/>
            <a:ext cx="11520488" cy="64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1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2466C6B-154E-01E2-7FA0-CAB460317C44}"/>
              </a:ext>
            </a:extLst>
          </p:cNvPr>
          <p:cNvGrpSpPr/>
          <p:nvPr/>
        </p:nvGrpSpPr>
        <p:grpSpPr>
          <a:xfrm>
            <a:off x="2199503" y="-73724"/>
            <a:ext cx="6687322" cy="6553899"/>
            <a:chOff x="2199503" y="47630"/>
            <a:chExt cx="6563497" cy="64325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8D07E5A-51E2-71FC-90A6-359E0A7FD312}"/>
                </a:ext>
              </a:extLst>
            </p:cNvPr>
            <p:cNvGrpSpPr/>
            <p:nvPr/>
          </p:nvGrpSpPr>
          <p:grpSpPr>
            <a:xfrm>
              <a:off x="2199503" y="47630"/>
              <a:ext cx="6563497" cy="6432545"/>
              <a:chOff x="2553318" y="349357"/>
              <a:chExt cx="6209682" cy="6130818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DAEDD61-9412-CED2-2591-A8322D8D40BB}"/>
                  </a:ext>
                </a:extLst>
              </p:cNvPr>
              <p:cNvGrpSpPr/>
              <p:nvPr/>
            </p:nvGrpSpPr>
            <p:grpSpPr>
              <a:xfrm>
                <a:off x="2860604" y="646497"/>
                <a:ext cx="5902396" cy="5833678"/>
                <a:chOff x="2880076" y="342595"/>
                <a:chExt cx="5760245" cy="5693182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2F8C15C8-B8DA-97F9-A862-AA88B5F5A3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 b="3136"/>
                <a:stretch>
                  <a:fillRect/>
                </a:stretch>
              </p:blipFill>
              <p:spPr>
                <a:xfrm>
                  <a:off x="2880076" y="3240087"/>
                  <a:ext cx="2880079" cy="2795690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2C84751B-ABF1-5713-485F-B7C7C5D575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77" b="3139"/>
                <a:stretch>
                  <a:fillRect/>
                </a:stretch>
              </p:blipFill>
              <p:spPr>
                <a:xfrm>
                  <a:off x="5760332" y="3240087"/>
                  <a:ext cx="2879989" cy="2795588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7F94868C-DE59-7869-EED0-9F297E5E58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/>
                <a:stretch>
                  <a:fillRect/>
                </a:stretch>
              </p:blipFill>
              <p:spPr>
                <a:xfrm>
                  <a:off x="5760244" y="342697"/>
                  <a:ext cx="2880077" cy="2897288"/>
                </a:xfrm>
                <a:prstGeom prst="rect">
                  <a:avLst/>
                </a:prstGeom>
              </p:spPr>
            </p:pic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4DA3577-DFBA-BA0F-3AEC-B0C2F17F53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2" b="-3"/>
                <a:stretch>
                  <a:fillRect/>
                </a:stretch>
              </p:blipFill>
              <p:spPr>
                <a:xfrm>
                  <a:off x="2880078" y="342595"/>
                  <a:ext cx="2880077" cy="2897288"/>
                </a:xfrm>
                <a:prstGeom prst="rect">
                  <a:avLst/>
                </a:prstGeom>
              </p:spPr>
            </p:pic>
          </p:grpSp>
          <p:sp>
            <p:nvSpPr>
              <p:cNvPr id="9" name="Text Box 2">
                <a:extLst>
                  <a:ext uri="{FF2B5EF4-FFF2-40B4-BE49-F238E27FC236}">
                    <a16:creationId xmlns:a16="http://schemas.microsoft.com/office/drawing/2014/main" id="{2E3187BD-FBC3-705D-A67D-DAB08F7C2C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20995" y="349357"/>
                <a:ext cx="1845275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TE</a:t>
                </a:r>
              </a:p>
            </p:txBody>
          </p:sp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D749B68-9604-C1AA-BC62-DD5711A7D7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72146" y="349357"/>
                <a:ext cx="1845275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TM</a:t>
                </a:r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4AE1A5-38F9-B793-62EC-7D239CA02E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528800" y="1943617"/>
                <a:ext cx="2391471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4-unit-cell design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C82AC031-7169-8BB3-CD2E-37B56F4E7D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448186" y="4775432"/>
                <a:ext cx="2552700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5-unit-cell design</a:t>
                </a:r>
              </a:p>
            </p:txBody>
          </p:sp>
        </p:grp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EF821439-620A-FAF6-E611-FF4B45450A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4653" y="406808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16" name="Text Box 2">
              <a:extLst>
                <a:ext uri="{FF2B5EF4-FFF2-40B4-BE49-F238E27FC236}">
                  <a16:creationId xmlns:a16="http://schemas.microsoft.com/office/drawing/2014/main" id="{50BA29E1-0E36-D967-177E-2AEB0AE2F0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5077" y="406808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73C8B340-756D-AC6B-5AB3-C360165C7A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4050" y="3531229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8DA5BD1E-D537-CA77-5C7C-D745431ACB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4600" y="3531229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2251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B7461DE-24BF-0799-0FCA-DFB643F2E241}"/>
              </a:ext>
            </a:extLst>
          </p:cNvPr>
          <p:cNvGrpSpPr/>
          <p:nvPr/>
        </p:nvGrpSpPr>
        <p:grpSpPr>
          <a:xfrm>
            <a:off x="2659264" y="41812"/>
            <a:ext cx="5800980" cy="6474998"/>
            <a:chOff x="2659264" y="41812"/>
            <a:chExt cx="5800980" cy="6474998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8AB6E43D-1B78-F7B3-9FFB-25800C047D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98022" y="45561"/>
              <a:ext cx="2261610" cy="2808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4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blipFill>
                  <a:blip r:embed="rId2"/>
                  <a:stretch>
                    <a:fillRect t="-8696" b="-2608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C8A78E32-04A7-E64B-E267-143E4CBF70B0}"/>
                </a:ext>
              </a:extLst>
            </p:cNvPr>
            <p:cNvGrpSpPr/>
            <p:nvPr/>
          </p:nvGrpSpPr>
          <p:grpSpPr>
            <a:xfrm>
              <a:off x="2659264" y="333174"/>
              <a:ext cx="5800980" cy="6183636"/>
              <a:chOff x="2659264" y="333174"/>
              <a:chExt cx="5800980" cy="61836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24FB06D-7E62-768A-0952-E41CB5A09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/>
              <a:stretch>
                <a:fillRect/>
              </a:stretch>
            </p:blipFill>
            <p:spPr>
              <a:xfrm>
                <a:off x="2715799" y="333585"/>
                <a:ext cx="2821665" cy="1990841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EAED6F3C-75D3-F18B-2A8D-C4B99523B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333584"/>
                <a:ext cx="2823419" cy="199084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1A501BD-4305-CE30-D04C-3AB1B54AFF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6044"/>
              <a:stretch>
                <a:fillRect/>
              </a:stretch>
            </p:blipFill>
            <p:spPr>
              <a:xfrm>
                <a:off x="2714045" y="2402557"/>
                <a:ext cx="2823419" cy="1990843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3C86BD2-3262-9374-099E-3B688EB15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87"/>
              <a:stretch>
                <a:fillRect/>
              </a:stretch>
            </p:blipFill>
            <p:spPr>
              <a:xfrm>
                <a:off x="5589329" y="2404342"/>
                <a:ext cx="2823419" cy="1989058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E771361-BEAD-5AF4-922A-96E408933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4471533"/>
                <a:ext cx="2823419" cy="1990844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F80EBF0-1D33-E466-7E60-B11A02B228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896"/>
              <a:stretch>
                <a:fillRect/>
              </a:stretch>
            </p:blipFill>
            <p:spPr>
              <a:xfrm>
                <a:off x="2713052" y="4471532"/>
                <a:ext cx="2823007" cy="1990845"/>
              </a:xfrm>
              <a:prstGeom prst="rect">
                <a:avLst/>
              </a:prstGeom>
            </p:spPr>
          </p:pic>
          <p:sp>
            <p:nvSpPr>
              <p:cNvPr id="39" name="Text Box 2">
                <a:extLst>
                  <a:ext uri="{FF2B5EF4-FFF2-40B4-BE49-F238E27FC236}">
                    <a16:creationId xmlns:a16="http://schemas.microsoft.com/office/drawing/2014/main" id="{A875E46C-B5B9-498F-7902-44346FA2EE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335566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A8147D-A081-CD7F-B250-BF9C7098027F}"/>
                  </a:ext>
                </a:extLst>
              </p:cNvPr>
              <p:cNvSpPr/>
              <p:nvPr/>
            </p:nvSpPr>
            <p:spPr>
              <a:xfrm>
                <a:off x="2836059" y="2221379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E94AED0-8AA9-17D2-0280-AD39E981946F}"/>
                  </a:ext>
                </a:extLst>
              </p:cNvPr>
              <p:cNvSpPr/>
              <p:nvPr/>
            </p:nvSpPr>
            <p:spPr>
              <a:xfrm>
                <a:off x="3060244" y="4310270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DD1C58C-94B1-3DE5-C22C-A0F02575C1EB}"/>
                  </a:ext>
                </a:extLst>
              </p:cNvPr>
              <p:cNvSpPr/>
              <p:nvPr/>
            </p:nvSpPr>
            <p:spPr>
              <a:xfrm>
                <a:off x="3060244" y="6379245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47A7EF5D-DCFD-553F-BB4C-0A712C5CD4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2162003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65623F47-A8D3-A29F-F565-FE2C0A32F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4232514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C21BBE95-1A01-3E25-D39E-AE36E75AE02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628423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2E8DF09B-3A29-B7F2-BF6E-0EF1895CEF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5810" y="628064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1" name="Text Box 2">
                <a:extLst>
                  <a:ext uri="{FF2B5EF4-FFF2-40B4-BE49-F238E27FC236}">
                    <a16:creationId xmlns:a16="http://schemas.microsoft.com/office/drawing/2014/main" id="{BC6CEAC4-0A63-5015-9812-2360877D3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4317" y="4226698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904FCF01-4AE5-EBD6-F862-0DC7AF6C82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2912" y="2156172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CACB493-D04E-A4F8-9DF8-AEED30BD7B6C}"/>
                  </a:ext>
                </a:extLst>
              </p:cNvPr>
              <p:cNvSpPr/>
              <p:nvPr/>
            </p:nvSpPr>
            <p:spPr>
              <a:xfrm rot="16200000">
                <a:off x="2418116" y="989666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1904269-9795-4D78-ED89-0BC3987472B5}"/>
                  </a:ext>
                </a:extLst>
              </p:cNvPr>
              <p:cNvSpPr/>
              <p:nvPr/>
            </p:nvSpPr>
            <p:spPr>
              <a:xfrm rot="16200000">
                <a:off x="2564971" y="3208906"/>
                <a:ext cx="502256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EEFE5-6A4E-AB9A-E237-EB8452960D52}"/>
                  </a:ext>
                </a:extLst>
              </p:cNvPr>
              <p:cNvSpPr/>
              <p:nvPr/>
            </p:nvSpPr>
            <p:spPr>
              <a:xfrm rot="16200000">
                <a:off x="2561481" y="5213250"/>
                <a:ext cx="396345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0D1B2D8-D30A-C67E-40ED-B41AD462018A}"/>
                  </a:ext>
                </a:extLst>
              </p:cNvPr>
              <p:cNvSpPr/>
              <p:nvPr/>
            </p:nvSpPr>
            <p:spPr>
              <a:xfrm rot="16200000">
                <a:off x="5402301" y="5216567"/>
                <a:ext cx="32747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7F1B7DAE-1512-295C-59D1-4E7BC56E5EE1}"/>
                  </a:ext>
                </a:extLst>
              </p:cNvPr>
              <p:cNvSpPr/>
              <p:nvPr/>
            </p:nvSpPr>
            <p:spPr>
              <a:xfrm rot="16200000">
                <a:off x="5291367" y="1102925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EB08C357-EF1B-F1B9-9323-6F825B0FBEA4}"/>
                  </a:ext>
                </a:extLst>
              </p:cNvPr>
              <p:cNvSpPr/>
              <p:nvPr/>
            </p:nvSpPr>
            <p:spPr>
              <a:xfrm rot="16200000">
                <a:off x="5320532" y="3369284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E646473-771A-DC53-A2CB-9E8EE0C8EB57}"/>
                  </a:ext>
                </a:extLst>
              </p:cNvPr>
              <p:cNvSpPr/>
              <p:nvPr/>
            </p:nvSpPr>
            <p:spPr>
              <a:xfrm rot="16200000">
                <a:off x="5401406" y="5264774"/>
                <a:ext cx="49939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84D64FCC-E4A7-95CA-6A94-C75DC6B357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1116831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55" name="Text Box 2">
                <a:extLst>
                  <a:ext uri="{FF2B5EF4-FFF2-40B4-BE49-F238E27FC236}">
                    <a16:creationId xmlns:a16="http://schemas.microsoft.com/office/drawing/2014/main" id="{34880A58-5117-23E8-93C5-AE01993D0B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317449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56" name="Text Box 2">
                <a:extLst>
                  <a:ext uri="{FF2B5EF4-FFF2-40B4-BE49-F238E27FC236}">
                    <a16:creationId xmlns:a16="http://schemas.microsoft.com/office/drawing/2014/main" id="{A619CAAF-0065-8636-2213-424C0DA8A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63240" y="524570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1" name="Text Box 2">
                <a:extLst>
                  <a:ext uri="{FF2B5EF4-FFF2-40B4-BE49-F238E27FC236}">
                    <a16:creationId xmlns:a16="http://schemas.microsoft.com/office/drawing/2014/main" id="{DB6243F5-505A-604C-BEE1-B891AB1872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87929" y="317449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62" name="Text Box 2">
                <a:extLst>
                  <a:ext uri="{FF2B5EF4-FFF2-40B4-BE49-F238E27FC236}">
                    <a16:creationId xmlns:a16="http://schemas.microsoft.com/office/drawing/2014/main" id="{A1F961E9-352D-4D64-B317-59B52B1326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79211" y="524570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D7C3BD7F-9EB1-37C8-F50D-78A3E5ABCE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97455" y="1116832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66" name="Text Box 2">
                <a:extLst>
                  <a:ext uri="{FF2B5EF4-FFF2-40B4-BE49-F238E27FC236}">
                    <a16:creationId xmlns:a16="http://schemas.microsoft.com/office/drawing/2014/main" id="{78FB7405-0026-F4AC-A042-E9AF5ED1D2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333174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  <p:sp>
            <p:nvSpPr>
              <p:cNvPr id="114" name="Text Box 2">
                <a:extLst>
                  <a:ext uri="{FF2B5EF4-FFF2-40B4-BE49-F238E27FC236}">
                    <a16:creationId xmlns:a16="http://schemas.microsoft.com/office/drawing/2014/main" id="{00DEFCA7-B487-367B-A0DE-5CE9222A0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2411450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(c)</a:t>
                </a:r>
              </a:p>
            </p:txBody>
          </p:sp>
          <p:sp>
            <p:nvSpPr>
              <p:cNvPr id="116" name="Text Box 2">
                <a:extLst>
                  <a:ext uri="{FF2B5EF4-FFF2-40B4-BE49-F238E27FC236}">
                    <a16:creationId xmlns:a16="http://schemas.microsoft.com/office/drawing/2014/main" id="{5E2A3004-D094-FC17-B539-602F8ED850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2409058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(d)</a:t>
                </a:r>
              </a:p>
            </p:txBody>
          </p:sp>
          <p:sp>
            <p:nvSpPr>
              <p:cNvPr id="117" name="Text Box 2">
                <a:extLst>
                  <a:ext uri="{FF2B5EF4-FFF2-40B4-BE49-F238E27FC236}">
                    <a16:creationId xmlns:a16="http://schemas.microsoft.com/office/drawing/2014/main" id="{50218870-2094-A98E-733B-EF59816B58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35436" y="4488037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(e)</a:t>
                </a:r>
              </a:p>
            </p:txBody>
          </p:sp>
          <p:sp>
            <p:nvSpPr>
              <p:cNvPr id="119" name="Text Box 2">
                <a:extLst>
                  <a:ext uri="{FF2B5EF4-FFF2-40B4-BE49-F238E27FC236}">
                    <a16:creationId xmlns:a16="http://schemas.microsoft.com/office/drawing/2014/main" id="{F3BC6548-65E4-9E38-4302-C416CA37B6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0605" y="4485645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(f)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8D6A62-F729-8146-6602-6B9EAA8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0E9EE4A-9244-68C1-99E6-EA2FE302E42D}"/>
              </a:ext>
            </a:extLst>
          </p:cNvPr>
          <p:cNvGrpSpPr/>
          <p:nvPr/>
        </p:nvGrpSpPr>
        <p:grpSpPr>
          <a:xfrm>
            <a:off x="1401964" y="54400"/>
            <a:ext cx="8512223" cy="6462410"/>
            <a:chOff x="1401964" y="54400"/>
            <a:chExt cx="8512223" cy="6462410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293A04FD-A3B0-1008-37E5-4C788BFB86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40722" y="62037"/>
              <a:ext cx="2261610" cy="311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6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56747A-9A64-FEEA-48E3-C73ABF412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25"/>
            <a:stretch>
              <a:fillRect/>
            </a:stretch>
          </p:blipFill>
          <p:spPr>
            <a:xfrm>
              <a:off x="1458499" y="333585"/>
              <a:ext cx="2821665" cy="19908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5E47CED-0343-6F4D-FA93-5ACEA5B78FFF}"/>
                </a:ext>
              </a:extLst>
            </p:cNvPr>
            <p:cNvPicPr>
              <a:picLocks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0"/>
            <a:stretch>
              <a:fillRect/>
            </a:stretch>
          </p:blipFill>
          <p:spPr>
            <a:xfrm>
              <a:off x="4270507" y="333584"/>
              <a:ext cx="2823419" cy="1990842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4275556-610F-C9DE-AB2E-DA11869E5D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333584"/>
              <a:ext cx="2823419" cy="1990842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D396431-86F9-B9BC-9FED-922F2821C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044"/>
            <a:stretch>
              <a:fillRect/>
            </a:stretch>
          </p:blipFill>
          <p:spPr>
            <a:xfrm>
              <a:off x="1456745" y="2402557"/>
              <a:ext cx="2823419" cy="199084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BD6829D-843E-F523-11D1-DD4CEF3AE410}"/>
                </a:ext>
              </a:extLst>
            </p:cNvPr>
            <p:cNvPicPr>
              <a:picLocks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71"/>
            <a:stretch>
              <a:fillRect/>
            </a:stretch>
          </p:blipFill>
          <p:spPr>
            <a:xfrm>
              <a:off x="4270507" y="2403309"/>
              <a:ext cx="2823419" cy="1990091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30AF1FC8-E395-C909-8D02-B28167CDC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7"/>
            <a:stretch>
              <a:fillRect/>
            </a:stretch>
          </p:blipFill>
          <p:spPr>
            <a:xfrm>
              <a:off x="7090768" y="2404342"/>
              <a:ext cx="2823419" cy="1989058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A8EDB9B-8661-24F0-AD49-BDBF0CA54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4471533"/>
              <a:ext cx="2823419" cy="1990844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64706C76-9E44-2D04-6FE3-C6CD90391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5"/>
            <a:stretch>
              <a:fillRect/>
            </a:stretch>
          </p:blipFill>
          <p:spPr>
            <a:xfrm>
              <a:off x="4269103" y="4471533"/>
              <a:ext cx="2823419" cy="1990844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CE0E57EC-4183-2346-8763-86F32311F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96"/>
            <a:stretch>
              <a:fillRect/>
            </a:stretch>
          </p:blipFill>
          <p:spPr>
            <a:xfrm>
              <a:off x="1455752" y="4471532"/>
              <a:ext cx="2823007" cy="199084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170522" y="58288"/>
                  <a:ext cx="2663909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170522" y="58288"/>
                  <a:ext cx="2663909" cy="308817"/>
                </a:xfrm>
                <a:prstGeom prst="rect">
                  <a:avLst/>
                </a:prstGeom>
                <a:blipFill>
                  <a:blip r:embed="rId11"/>
                  <a:stretch>
                    <a:fillRect l="-1373" t="-12000" r="-229" b="-30000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350262" y="54400"/>
                  <a:ext cx="2740504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𝟒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50262" y="54400"/>
                  <a:ext cx="2740504" cy="308817"/>
                </a:xfrm>
                <a:prstGeom prst="rect">
                  <a:avLst/>
                </a:prstGeom>
                <a:blipFill>
                  <a:blip r:embed="rId12"/>
                  <a:stretch>
                    <a:fillRect t="-9804" b="-29412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2">
              <a:extLst>
                <a:ext uri="{FF2B5EF4-FFF2-40B4-BE49-F238E27FC236}">
                  <a16:creationId xmlns:a16="http://schemas.microsoft.com/office/drawing/2014/main" id="{F03BDA51-720C-3CF6-F73A-520169042D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6442" y="33556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2D6E08-FC15-36E0-C987-EA1DD4CCB061}"/>
                </a:ext>
              </a:extLst>
            </p:cNvPr>
            <p:cNvSpPr/>
            <p:nvPr/>
          </p:nvSpPr>
          <p:spPr>
            <a:xfrm>
              <a:off x="1455753" y="2221379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718DFD-6E12-7824-3513-75D635C204B5}"/>
                </a:ext>
              </a:extLst>
            </p:cNvPr>
            <p:cNvSpPr/>
            <p:nvPr/>
          </p:nvSpPr>
          <p:spPr>
            <a:xfrm>
              <a:off x="1455752" y="4310270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87F191-6E0E-869E-CDEC-F265B6543FA1}"/>
                </a:ext>
              </a:extLst>
            </p:cNvPr>
            <p:cNvSpPr/>
            <p:nvPr/>
          </p:nvSpPr>
          <p:spPr>
            <a:xfrm>
              <a:off x="1455752" y="6379245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7CAE097F-9881-781B-334E-E50AC9B0CF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2162003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2" name="Text Box 2">
              <a:extLst>
                <a:ext uri="{FF2B5EF4-FFF2-40B4-BE49-F238E27FC236}">
                  <a16:creationId xmlns:a16="http://schemas.microsoft.com/office/drawing/2014/main" id="{FE4B9DAE-35A2-2C89-B166-445EB20655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4232514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3" name="Text Box 2">
              <a:extLst>
                <a:ext uri="{FF2B5EF4-FFF2-40B4-BE49-F238E27FC236}">
                  <a16:creationId xmlns:a16="http://schemas.microsoft.com/office/drawing/2014/main" id="{751316A5-335A-40EE-FE55-001E70846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628423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0CDC364E-2910-28DE-B7B1-0AD365A965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1590" y="628064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5" name="Text Box 2">
              <a:extLst>
                <a:ext uri="{FF2B5EF4-FFF2-40B4-BE49-F238E27FC236}">
                  <a16:creationId xmlns:a16="http://schemas.microsoft.com/office/drawing/2014/main" id="{05C8B84A-F899-D6F8-5278-21464749AB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7249" y="628064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12CD2D3B-6D41-1933-CB55-B30717565B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0097" y="4226698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1" name="Text Box 2">
              <a:extLst>
                <a:ext uri="{FF2B5EF4-FFF2-40B4-BE49-F238E27FC236}">
                  <a16:creationId xmlns:a16="http://schemas.microsoft.com/office/drawing/2014/main" id="{E4BBE2BB-E362-6C96-CA2E-D79EB8F04A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5756" y="4226698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2" name="Text Box 2">
              <a:extLst>
                <a:ext uri="{FF2B5EF4-FFF2-40B4-BE49-F238E27FC236}">
                  <a16:creationId xmlns:a16="http://schemas.microsoft.com/office/drawing/2014/main" id="{AE3B8EAA-42E3-23D9-4F0C-DC4721FDF0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8692" y="2156172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3" name="Text Box 2">
              <a:extLst>
                <a:ext uri="{FF2B5EF4-FFF2-40B4-BE49-F238E27FC236}">
                  <a16:creationId xmlns:a16="http://schemas.microsoft.com/office/drawing/2014/main" id="{EC259A05-E69E-C468-2708-471B303D2E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4351" y="2156172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2324DBC-37BE-E65E-6FE9-1A6776FBB35B}"/>
                </a:ext>
              </a:extLst>
            </p:cNvPr>
            <p:cNvSpPr/>
            <p:nvPr/>
          </p:nvSpPr>
          <p:spPr>
            <a:xfrm rot="16200000">
              <a:off x="1160816" y="98966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963480-9B98-00BE-F422-544F33DD86AB}"/>
                </a:ext>
              </a:extLst>
            </p:cNvPr>
            <p:cNvSpPr/>
            <p:nvPr/>
          </p:nvSpPr>
          <p:spPr>
            <a:xfrm rot="16200000">
              <a:off x="3980642" y="1067632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E2094FE-1B1A-9F54-7543-6B019FBAD617}"/>
                </a:ext>
              </a:extLst>
            </p:cNvPr>
            <p:cNvSpPr/>
            <p:nvPr/>
          </p:nvSpPr>
          <p:spPr>
            <a:xfrm rot="16200000">
              <a:off x="1307671" y="3208906"/>
              <a:ext cx="502256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4230444-C58B-1A89-A108-C3AD35899496}"/>
                </a:ext>
              </a:extLst>
            </p:cNvPr>
            <p:cNvSpPr/>
            <p:nvPr/>
          </p:nvSpPr>
          <p:spPr>
            <a:xfrm rot="16200000">
              <a:off x="1304181" y="5213250"/>
              <a:ext cx="396345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06FE220-7954-3550-3F22-9AB09E685314}"/>
                </a:ext>
              </a:extLst>
            </p:cNvPr>
            <p:cNvSpPr/>
            <p:nvPr/>
          </p:nvSpPr>
          <p:spPr>
            <a:xfrm rot="16200000">
              <a:off x="3983524" y="1140677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3F6795A-A85F-2EB4-E996-2B61C959521D}"/>
                </a:ext>
              </a:extLst>
            </p:cNvPr>
            <p:cNvSpPr/>
            <p:nvPr/>
          </p:nvSpPr>
          <p:spPr>
            <a:xfrm rot="16200000">
              <a:off x="3994493" y="340703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E368DEB-2183-0A17-9B87-B5CDC9D6F74B}"/>
                </a:ext>
              </a:extLst>
            </p:cNvPr>
            <p:cNvSpPr/>
            <p:nvPr/>
          </p:nvSpPr>
          <p:spPr>
            <a:xfrm rot="16200000">
              <a:off x="4145001" y="5216567"/>
              <a:ext cx="327471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BCA8936-3CB9-8BB3-0406-746B50FE1980}"/>
                </a:ext>
              </a:extLst>
            </p:cNvPr>
            <p:cNvSpPr/>
            <p:nvPr/>
          </p:nvSpPr>
          <p:spPr>
            <a:xfrm rot="16200000">
              <a:off x="6792806" y="1102925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33FB869-FC3F-7385-3132-C365FA65D3CB}"/>
                </a:ext>
              </a:extLst>
            </p:cNvPr>
            <p:cNvSpPr/>
            <p:nvPr/>
          </p:nvSpPr>
          <p:spPr>
            <a:xfrm rot="16200000">
              <a:off x="6821971" y="3369284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7D111BD-74E0-C691-366A-665918453F7A}"/>
                </a:ext>
              </a:extLst>
            </p:cNvPr>
            <p:cNvSpPr/>
            <p:nvPr/>
          </p:nvSpPr>
          <p:spPr>
            <a:xfrm rot="16200000">
              <a:off x="6902845" y="5264774"/>
              <a:ext cx="499391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Text Box 2">
              <a:extLst>
                <a:ext uri="{FF2B5EF4-FFF2-40B4-BE49-F238E27FC236}">
                  <a16:creationId xmlns:a16="http://schemas.microsoft.com/office/drawing/2014/main" id="{BFEFB833-1F4B-A0FA-A604-3D435106E1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14659" y="1116831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55" name="Text Box 2">
              <a:extLst>
                <a:ext uri="{FF2B5EF4-FFF2-40B4-BE49-F238E27FC236}">
                  <a16:creationId xmlns:a16="http://schemas.microsoft.com/office/drawing/2014/main" id="{43182F3D-721B-582D-B844-336D3F7224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14659" y="3174498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56" name="Text Box 2">
              <a:extLst>
                <a:ext uri="{FF2B5EF4-FFF2-40B4-BE49-F238E27FC236}">
                  <a16:creationId xmlns:a16="http://schemas.microsoft.com/office/drawing/2014/main" id="{5FE3C7AA-414C-3DB4-B9CD-712C1CE6E2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05940" y="5245708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57" name="Text Box 2">
              <a:extLst>
                <a:ext uri="{FF2B5EF4-FFF2-40B4-BE49-F238E27FC236}">
                  <a16:creationId xmlns:a16="http://schemas.microsoft.com/office/drawing/2014/main" id="{3CA44ABE-E1DB-575F-0CE0-50E3E6120A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9092" y="1116832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58" name="Text Box 2">
              <a:extLst>
                <a:ext uri="{FF2B5EF4-FFF2-40B4-BE49-F238E27FC236}">
                  <a16:creationId xmlns:a16="http://schemas.microsoft.com/office/drawing/2014/main" id="{4582C6A6-D1FD-22A1-C418-71095C9EC9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9092" y="317449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59" name="Text Box 2">
              <a:extLst>
                <a:ext uri="{FF2B5EF4-FFF2-40B4-BE49-F238E27FC236}">
                  <a16:creationId xmlns:a16="http://schemas.microsoft.com/office/drawing/2014/main" id="{BFA31093-7F84-7F28-D2D0-F4AE21859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0373" y="524570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61" name="Text Box 2">
              <a:extLst>
                <a:ext uri="{FF2B5EF4-FFF2-40B4-BE49-F238E27FC236}">
                  <a16:creationId xmlns:a16="http://schemas.microsoft.com/office/drawing/2014/main" id="{D85D6D6B-0D20-153A-90BB-EF06836DD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9368" y="317449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2" name="Text Box 2">
              <a:extLst>
                <a:ext uri="{FF2B5EF4-FFF2-40B4-BE49-F238E27FC236}">
                  <a16:creationId xmlns:a16="http://schemas.microsoft.com/office/drawing/2014/main" id="{1F1B0952-D43A-BED5-4F64-DE94FACE9C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0650" y="524570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63" name="Text Box 2">
              <a:extLst>
                <a:ext uri="{FF2B5EF4-FFF2-40B4-BE49-F238E27FC236}">
                  <a16:creationId xmlns:a16="http://schemas.microsoft.com/office/drawing/2014/main" id="{8ECBF53E-D052-25CC-CEAC-37A53114CF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9369" y="1116832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65" name="Text Box 2">
              <a:extLst>
                <a:ext uri="{FF2B5EF4-FFF2-40B4-BE49-F238E27FC236}">
                  <a16:creationId xmlns:a16="http://schemas.microsoft.com/office/drawing/2014/main" id="{E1C39705-84BA-BDC7-CAD4-D15E35A98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7046" y="33730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66" name="Text Box 2">
              <a:extLst>
                <a:ext uri="{FF2B5EF4-FFF2-40B4-BE49-F238E27FC236}">
                  <a16:creationId xmlns:a16="http://schemas.microsoft.com/office/drawing/2014/main" id="{4225793D-DF19-162B-4F95-A33DC95B3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20350" y="333174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  <p:sp>
          <p:nvSpPr>
            <p:cNvPr id="114" name="Text Box 2">
              <a:extLst>
                <a:ext uri="{FF2B5EF4-FFF2-40B4-BE49-F238E27FC236}">
                  <a16:creationId xmlns:a16="http://schemas.microsoft.com/office/drawing/2014/main" id="{C883B920-333E-E924-EC0A-CF0E122025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6442" y="2411450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115" name="Text Box 2">
              <a:extLst>
                <a:ext uri="{FF2B5EF4-FFF2-40B4-BE49-F238E27FC236}">
                  <a16:creationId xmlns:a16="http://schemas.microsoft.com/office/drawing/2014/main" id="{91F02ADD-63E0-3664-4053-6AC2255C4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7046" y="241318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(e)</a:t>
              </a:r>
            </a:p>
          </p:txBody>
        </p:sp>
        <p:sp>
          <p:nvSpPr>
            <p:cNvPr id="116" name="Text Box 2">
              <a:extLst>
                <a:ext uri="{FF2B5EF4-FFF2-40B4-BE49-F238E27FC236}">
                  <a16:creationId xmlns:a16="http://schemas.microsoft.com/office/drawing/2014/main" id="{35D3A084-1368-2550-92B5-ACFCC6C91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20350" y="240905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(f)</a:t>
              </a:r>
            </a:p>
          </p:txBody>
        </p:sp>
        <p:sp>
          <p:nvSpPr>
            <p:cNvPr id="117" name="Text Box 2">
              <a:extLst>
                <a:ext uri="{FF2B5EF4-FFF2-40B4-BE49-F238E27FC236}">
                  <a16:creationId xmlns:a16="http://schemas.microsoft.com/office/drawing/2014/main" id="{561517F8-E8BE-79C7-4CD5-8706CA391F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78136" y="4488037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(g)</a:t>
              </a:r>
            </a:p>
          </p:txBody>
        </p:sp>
        <p:sp>
          <p:nvSpPr>
            <p:cNvPr id="118" name="Text Box 2">
              <a:extLst>
                <a:ext uri="{FF2B5EF4-FFF2-40B4-BE49-F238E27FC236}">
                  <a16:creationId xmlns:a16="http://schemas.microsoft.com/office/drawing/2014/main" id="{0FFE0CFE-6FB3-F7E3-31C4-7DF44DB98B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88740" y="4489773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(h)</a:t>
              </a:r>
            </a:p>
          </p:txBody>
        </p:sp>
        <p:sp>
          <p:nvSpPr>
            <p:cNvPr id="119" name="Text Box 2">
              <a:extLst>
                <a:ext uri="{FF2B5EF4-FFF2-40B4-BE49-F238E27FC236}">
                  <a16:creationId xmlns:a16="http://schemas.microsoft.com/office/drawing/2014/main" id="{4BDB605C-7934-6056-13FC-D49D9C63C5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12044" y="4485645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(i)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8211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7E11F2-F6F8-EC33-1463-A6570F3E1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8" t="10142" r="8060" b="2402"/>
          <a:stretch>
            <a:fillRect/>
          </a:stretch>
        </p:blipFill>
        <p:spPr>
          <a:xfrm>
            <a:off x="148630" y="1"/>
            <a:ext cx="11223227" cy="64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93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D7C3D3F-355D-8F06-AD0A-752E8562CEF6}"/>
              </a:ext>
            </a:extLst>
          </p:cNvPr>
          <p:cNvGrpSpPr/>
          <p:nvPr/>
        </p:nvGrpSpPr>
        <p:grpSpPr>
          <a:xfrm>
            <a:off x="0" y="350597"/>
            <a:ext cx="11520488" cy="5967826"/>
            <a:chOff x="0" y="350597"/>
            <a:chExt cx="11520488" cy="596782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12783E-2DD0-AB4D-183E-567015E7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0" y="350597"/>
              <a:ext cx="5760157" cy="5967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1A7895-8690-896A-94DB-8F1C03839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5760332" y="350598"/>
              <a:ext cx="5760156" cy="596782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232E6D09-CCE3-547C-6D21-C1F79E10BB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428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3D24B2A9-4A32-BDD4-D30D-A59B67EF8A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5584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365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1789275" y="808241"/>
            <a:ext cx="4105465" cy="4861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497373" y="812525"/>
            <a:ext cx="3971772" cy="485762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43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48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3247154" y="2334439"/>
            <a:ext cx="5026185" cy="1749156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2853" y="2444797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5861" y="2431709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0662" y="2780896"/>
            <a:ext cx="636317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8359" y="2951178"/>
            <a:ext cx="461713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4171368" y="1908531"/>
            <a:ext cx="2905256" cy="18624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3473382" y="1673716"/>
            <a:ext cx="5119440" cy="1913715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 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86313B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048" y="1847235"/>
            <a:ext cx="90501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0.53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5144" y="2349479"/>
            <a:ext cx="89827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8757" y="174103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1738" y="1737665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3445606" y="2653495"/>
            <a:ext cx="2473450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5809969" y="2653495"/>
            <a:ext cx="2443358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842" y="285346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5206" y="2854358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24573" y="1870024"/>
            <a:ext cx="2542523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657643" y="1870025"/>
            <a:ext cx="1269035" cy="1280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501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0225" y="2615243"/>
            <a:ext cx="2480509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9239" y="3877271"/>
            <a:ext cx="1058029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499238" y="3917358"/>
            <a:ext cx="81003" cy="49502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1442" y="1266036"/>
            <a:ext cx="3509428" cy="3948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70870" y="1266036"/>
            <a:ext cx="3509428" cy="3948105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426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2853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431" y="1266036"/>
            <a:ext cx="3513813" cy="3948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2438" y="1266036"/>
            <a:ext cx="3509428" cy="3948105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948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4421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816870" y="2122257"/>
            <a:ext cx="3886754" cy="1198833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noAutofit/>
              </a:bodyPr>
              <a:lstStyle/>
              <a:p>
                <a:r>
                  <a:rPr lang="en-US" sz="708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708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5071</TotalTime>
  <Words>310</Words>
  <Application>Microsoft Office PowerPoint</Application>
  <PresentationFormat>Custom</PresentationFormat>
  <Paragraphs>112</Paragraphs>
  <Slides>21</Slides>
  <Notes>1</Notes>
  <HiddenSlides>11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39</cp:revision>
  <dcterms:created xsi:type="dcterms:W3CDTF">2026-01-12T00:22:11Z</dcterms:created>
  <dcterms:modified xsi:type="dcterms:W3CDTF">2026-07-06T12:07:25Z</dcterms:modified>
</cp:coreProperties>
</file>
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7" r:id="rId2"/>
    <p:sldId id="268" r:id="rId3"/>
    <p:sldId id="266" r:id="rId4"/>
    <p:sldId id="256" r:id="rId5"/>
    <p:sldId id="257" r:id="rId6"/>
    <p:sldId id="258" r:id="rId7"/>
    <p:sldId id="260" r:id="rId8"/>
    <p:sldId id="261" r:id="rId9"/>
    <p:sldId id="262" r:id="rId10"/>
    <p:sldId id="264" r:id="rId11"/>
    <p:sldId id="265" r:id="rId12"/>
    <p:sldId id="25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22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19/03/2026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40"/>
            <a:ext cx="5281502" cy="1619728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00740"/>
            <a:ext cx="5281498" cy="1080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Thin 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12310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420637" y="293200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0637" y="293200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838</TotalTime>
  <Words>119</Words>
  <Application>Microsoft Office PowerPoint</Application>
  <PresentationFormat>Widescreen</PresentationFormat>
  <Paragraphs>42</Paragraphs>
  <Slides>12</Slides>
  <Notes>1</Notes>
  <HiddenSlides>10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8</cp:revision>
  <dcterms:created xsi:type="dcterms:W3CDTF">2026-01-12T00:22:11Z</dcterms:created>
  <dcterms:modified xsi:type="dcterms:W3CDTF">2026-03-19T08:55:46Z</dcterms:modified>
</cp:coreProperties>
</file>